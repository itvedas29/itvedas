
<file path=[Content_Types].xml><?xml version="1.0" encoding="utf-8"?>
<Types xmlns="http://schemas.openxmlformats.org/package/2006/content-types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theme+xml" PartName="/ppt/theme/theme1.xml"/>
  <Override ContentType="application/vnd.openxmlformats-officedocument.presentationml.tags+xml" PartName="/ppt/tags/tag1.xml"/>
  <Override ContentType="application/vnd.openxmlformats-officedocument.presentationml.tags+xml" PartName="/ppt/tags/tag2.xml"/>
  <Override ContentType="application/vnd.openxmlformats-officedocument.presentationml.notesMaster+xml" PartName="/ppt/notesMasters/notesMaster1.xml"/>
  <Override ContentType="application/vnd.openxmlformats-officedocument.theme+xml" PartName="/ppt/theme/theme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Default ContentType="image/png" Extension="png"/>
  <Default ContentType="image/jpeg" Extension="jpeg"/>
  <Override ContentType="application/x-fontdata" PartName="/ppt/fonts/font1.fntdata"/>
  <Override ContentType="application/x-fontdata" PartName="/ppt/fonts/font2.fntdata"/>
  <Override ContentType="application/x-fontdata" PartName="/ppt/fonts/font3.fntdata"/>
  <Override ContentType="application/x-fontdata" PartName="/ppt/fonts/font4.fntdata"/>
  <Override ContentType="application/x-fontdata" PartName="/ppt/fonts/font5.fntdata"/>
  <Override ContentType="application/x-fontdata" PartName="/ppt/fonts/font6.fntdata"/>
  <Override ContentType="application/x-fontdata" PartName="/ppt/fonts/font7.fntdata"/>
  <Override ContentType="application/x-fontdata" PartName="/ppt/fonts/font8.fntdata"/>
  <Override ContentType="application/vnd.openxmlformats-officedocument.presentationml.tags+xml" PartName="/ppt/tags/tag3.xml"/>
  <Override ContentType="application/vnd.openxmlformats-officedocument.presentationml.presentation.main+xml" PartName="/ppt/presentation.xml"/>
  <Default ContentType="application/xml" Extension="xml"/>
  <Default ContentType="application/vnd.openxmlformats-package.relationships+xml" Extension="rels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/ppt/media/image1.jpeg" Type="http://schemas.openxmlformats.org/officeDocument/2006/relationships/image"/><Relationship Id="rId2" Target="/ppt/media/image2.png" Type="http://schemas.openxmlformats.org/officeDocument/2006/relationships/image"/><Relationship Id="rId3" Target="/ppt/media/image3.png" Type="http://schemas.openxmlformats.org/officeDocument/2006/relationships/image"/><Relationship Id="rId4" Target="/ppt/media/image4.png" Type="http://schemas.openxmlformats.org/officeDocument/2006/relationships/image"/><Relationship Id="rId5" Target="/ppt/media/image5.png" Type="http://schemas.openxmlformats.org/officeDocument/2006/relationships/image"/><Relationship Id="rId6" Target="/ppt/media/image6.png" Type="http://schemas.openxmlformats.org/officeDocument/2006/relationships/image"/><Relationship Id="rId7" Target="/ppt/media/image7.png" Type="http://schemas.openxmlformats.org/officeDocument/2006/relationships/image"/><Relationship Id="rId8" Target="/ppt/media/image8.png" Type="http://schemas.openxmlformats.org/officeDocument/2006/relationships/image"/><Relationship Id="rId9" Target="ppt/media/img_cc_black.png" Type="http://schemas.openxmlformats.org/officeDocument/2006/relationships/image"/><Relationship Id="rId10" Target="ppt/presentation.xml" Type="http://schemas.openxmlformats.org/officeDocument/2006/relationships/officeDocument"/><Relationship Id="rId11" Target="docProps/core.xml" Type="http://schemas.openxmlformats.org/package/2006/relationships/metadata/core-properties"/><Relationship Id="rId12" Target="docProps/app.xml" Type="http://schemas.openxmlformats.org/officeDocument/2006/relationships/extended-properties"/></Relationships>
</file>

<file path=ppt/presentation.xml><?xml version="1.0" encoding="utf-8"?>
<p:presentation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embedTrueTypeFonts="1" saveSubsetFonts="1">
  <p:sldMasterIdLst>
    <p:sldMasterId id="2147483648" r:id="rId1"/>
  </p:sldMasterIdLst>
  <p:notesMasterIdLst>
    <p:notesMasterId r:id="rId3"/>
  </p:notesMasterIdLst>
  <p:sldIdLst>
    <p:sldId id="256" r:id="rId5"/>
    <p:sldId id="257" r:id="rId6"/>
    <p:sldId id="258" r:id="rId7"/>
    <p:sldId id="259" r:id="rId8"/>
    <p:sldId id="260" r:id="rId9"/>
  </p:sldIdLst>
  <p:sldSz cx="9144000" cy="5143500" type="screen16x9"/>
  <p:notesSz cx="9144000" cy="5143500"/>
  <p:embeddedFontLst>
    <p:embeddedFont>
      <p:font typeface="Zoho Puvi"/>
      <p:regular r:id="rId11"/>
      <p:bold r:id="rId12"/>
    </p:embeddedFont>
    <p:embeddedFont>
      <p:font typeface="Roboto"/>
      <p:regular r:id="rId15"/>
    </p:embeddedFont>
    <p:embeddedFont>
      <p:font typeface="Zoho Puvi-black"/>
      <p:regular r:id="rId14"/>
    </p:embeddedFont>
    <p:embeddedFont>
      <p:font typeface="Zoho Puvi-heavy"/>
      <p:regular r:id="rId13"/>
    </p:embeddedFont>
    <p:embeddedFont>
      <p:font typeface="Open Sans-demi_bold"/>
      <p:regular r:id="rId17"/>
    </p:embeddedFont>
    <p:embeddedFont>
      <p:font typeface="Open Sans"/>
      <p:regular r:id="rId16"/>
      <p:bold r:id="rId18"/>
    </p:embeddedFont>
  </p:embeddedFontLst>
  <p:custDataLst>
    <p:tags r:id="rId19"/>
  </p:custDataLst>
  <p:defaultTextStyle>
    <a:defPPr>
      <a:defRPr lang="en-US"/>
    </a:defPPr>
    <a:lvl1pPr algn="l" lvl="0" marL="0" rtl="false">
      <a:defRPr dirty="0" lang="en-US" sz="1800">
        <a:solidFill>
          <a:schemeClr val="tx1"/>
        </a:solidFill>
        <a:latin typeface="+mn-lt"/>
      </a:defRPr>
    </a:lvl1pPr>
    <a:lvl2pPr algn="l" lvl="1" marL="457200" rtl="false">
      <a:defRPr dirty="0" lang="en-US" sz="1800">
        <a:solidFill>
          <a:schemeClr val="tx1"/>
        </a:solidFill>
        <a:latin typeface="+mn-lt"/>
      </a:defRPr>
    </a:lvl2pPr>
    <a:lvl3pPr algn="l" lvl="2" marL="914400" rtl="false">
      <a:defRPr dirty="0" lang="en-US" sz="1800">
        <a:solidFill>
          <a:schemeClr val="tx1"/>
        </a:solidFill>
        <a:latin typeface="+mn-lt"/>
      </a:defRPr>
    </a:lvl3pPr>
    <a:lvl4pPr algn="l" lvl="3" marL="1371600" rtl="false">
      <a:defRPr dirty="0" lang="en-US" sz="1800">
        <a:solidFill>
          <a:schemeClr val="tx1"/>
        </a:solidFill>
        <a:latin typeface="+mn-lt"/>
      </a:defRPr>
    </a:lvl4pPr>
    <a:lvl5pPr algn="l" lvl="4" marL="1828800" rtl="false">
      <a:defRPr dirty="0" lang="en-US" sz="1800">
        <a:solidFill>
          <a:schemeClr val="tx1"/>
        </a:solidFill>
        <a:latin typeface="+mn-lt"/>
      </a:defRPr>
    </a:lvl5pPr>
    <a:lvl6pPr algn="l" lvl="5" marL="2286000" rtl="false">
      <a:defRPr dirty="0" lang="en-US" sz="1800">
        <a:solidFill>
          <a:schemeClr val="tx1"/>
        </a:solidFill>
        <a:latin typeface="+mn-lt"/>
      </a:defRPr>
    </a:lvl6pPr>
    <a:lvl7pPr algn="l" lvl="6" marL="2743200" rtl="false">
      <a:defRPr dirty="0" lang="en-US" sz="1800">
        <a:solidFill>
          <a:schemeClr val="tx1"/>
        </a:solidFill>
        <a:latin typeface="+mn-lt"/>
      </a:defRPr>
    </a:lvl7pPr>
    <a:lvl8pPr algn="l" lvl="7" marL="3200400" rtl="false">
      <a:defRPr dirty="0" lang="en-US" sz="1800">
        <a:solidFill>
          <a:schemeClr val="tx1"/>
        </a:solidFill>
        <a:latin typeface="+mn-lt"/>
      </a:defRPr>
    </a:lvl8pPr>
    <a:lvl9pPr algn="l" lvl="8" marL="3657600" rtl="false">
      <a:defRPr dirty="0" lang="en-US" sz="18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showPr showNarration="1">
    <p:sldAll/>
  </p:showPr>
</p:presentationPr>
</file>

<file path=ppt/tableStyles.xml><?xml version="1.0" encoding="utf-8"?>
<a:tblStyleLst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def="{5C22544A-7EE6-4342-B048-85BDC9FD1C3A}"/>
</file>

<file path=ppt/viewProps.xml><?xml version="1.0" encoding="utf-8"?>
<p:view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normalViewPr showOutlineIcons="false">
    <p:restoredLeft sz="15620"/>
    <p:restoredTop sz="94660"/>
  </p:normalViewPr>
  <p:slideViewPr>
    <p:cSldViewPr>
      <p:cViewPr varScale="true">
        <p:scale>
          <a:sx d="100" n="73"/>
          <a:sy d="100" n="73"/>
        </p:scale>
        <p:origin x="-1110" y="-10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8028800" cy="780288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theme/theme1.xml" Type="http://schemas.openxmlformats.org/officeDocument/2006/relationships/theme"/><Relationship Id="rId3" Target="notesMasters/notesMaster1.xml" Type="http://schemas.openxmlformats.org/officeDocument/2006/relationships/notesMaster"/><Relationship Id="rId4" Target="theme/theme2.xml" Type="http://schemas.openxmlformats.org/officeDocument/2006/relationships/theme"/><Relationship Id="rId5" Target="slides/slide1.xml" Type="http://schemas.openxmlformats.org/officeDocument/2006/relationships/slide"/><Relationship Id="rId6" Target="slides/slide2.xml" Type="http://schemas.openxmlformats.org/officeDocument/2006/relationships/slide"/><Relationship Id="rId7" Target="slides/slide3.xml" Type="http://schemas.openxmlformats.org/officeDocument/2006/relationships/slide"/><Relationship Id="rId8" Target="slides/slide4.xml" Type="http://schemas.openxmlformats.org/officeDocument/2006/relationships/slide"/><Relationship Id="rId9" Target="slides/slide5.xml" Type="http://schemas.openxmlformats.org/officeDocument/2006/relationships/slide"/><Relationship Id="rId10" Target="tableStyles.xml" Type="http://schemas.openxmlformats.org/officeDocument/2006/relationships/tableStyles"/><Relationship Id="rId11" Target="fonts/font1.fntdata" Type="http://schemas.openxmlformats.org/officeDocument/2006/relationships/font"/><Relationship Id="rId12" Target="fonts/font2.fntdata" Type="http://schemas.openxmlformats.org/officeDocument/2006/relationships/font"/><Relationship Id="rId13" Target="fonts/font3.fntdata" Type="http://schemas.openxmlformats.org/officeDocument/2006/relationships/font"/><Relationship Id="rId14" Target="fonts/font4.fntdata" Type="http://schemas.openxmlformats.org/officeDocument/2006/relationships/font"/><Relationship Id="rId15" Target="fonts/font5.fntdata" Type="http://schemas.openxmlformats.org/officeDocument/2006/relationships/font"/><Relationship Id="rId16" Target="fonts/font6.fntdata" Type="http://schemas.openxmlformats.org/officeDocument/2006/relationships/font"/><Relationship Id="rId17" Target="fonts/font7.fntdata" Type="http://schemas.openxmlformats.org/officeDocument/2006/relationships/font"/><Relationship Id="rId18" Target="fonts/font8.fntdata" Type="http://schemas.openxmlformats.org/officeDocument/2006/relationships/font"/><Relationship Id="rId19" Target="tags/tag3.xml" Type="http://schemas.openxmlformats.org/officeDocument/2006/relationships/tags"/><Relationship Id="rId20" Target="presProps.xml" Type="http://schemas.openxmlformats.org/officeDocument/2006/relationships/presProps"/><Relationship Id="rId21" Target="viewProps.xml" Type="http://schemas.openxmlformats.org/officeDocument/2006/relationships/viewProps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4/4/17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bIns="45720" lIns="91440" rIns="91440" rtlCol="0" tIns="45720" vert="horz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accent1="accent1" accent2="accent2" accent3="accent3" accent4="accent4" accent5="accent5" accent6="accent6" bg1="lt1" bg2="lt2" folHlink="folHlink" hlink="hlink" tx1="dk1" tx2="dk2"/>
  <p:notesStyle>
    <a:lvl1pPr algn="l" defTabSz="914400" eaLnBrk="1" hangingPunct="1" latinLnBrk="0" marL="0" rtl="0">
      <a:defRPr kern="1200" sz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200">
        <a:solidFill>
          <a:schemeClr val="tx1"/>
        </a:solidFill>
        <a:latin typeface="+mn-lt"/>
        <a:ea typeface="+mn-ea"/>
        <a:cs typeface="+mn-cs"/>
      </a:defRPr>
    </a:lvl9pPr>
  </p:notesStyle>
</p:notesMaster>
<!-- $Id$ --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2" Target="../media/image2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2" Target="../media/image4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2" Target="../media/image3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2" Target="../media/image2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2" Target="../tags/tag1.xml" Type="http://schemas.openxmlformats.org/officeDocument/2006/relationships/tags"/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2" Target="../tags/tag2.xml" Type="http://schemas.openxmlformats.org/officeDocument/2006/relationships/tags"/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2549BA70-AA5C-44C5-9ADF-6DAEC17BFD1C}">
                <a16:creationId xmlns:a16="http://schemas.microsoft.com/office/drawing/2010/main" id="{31AD7DF9-3F17-4B02-8146-A3A6D73D9468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351643" y="2271771"/>
            <a:ext cx="6436178" cy="776702"/>
          </a:xfrm>
          <a:prstGeom prst="rect">
            <a:avLst/>
          </a:prstGeom>
        </p:spPr>
        <p:txBody>
          <a:bodyPr anchor="b" rtlCol="0"/>
          <a:lstStyle>
            <a:lvl1pPr algn="ctr" lvl="0">
              <a:defRPr dirty="0" lang="en-US" sz="44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Subtitle 2">
            <a:extLst>
              <a:ext uri="{1A356B00-221E-4BFF-8F5A-8B15F1C595A7}">
                <a16:creationId xmlns:a16="http://schemas.microsoft.com/office/drawing/2010/main" id="{B7CFBE07-F115-46AA-A193-B57D1F1AF0ED}"/>
              </a:ext>
            </a:extLst>
          </p:cNvPr>
          <p:cNvSpPr>
            <a:spLocks noGrp="true"/>
          </p:cNvSpPr>
          <p:nvPr>
            <p:ph idx="1" type="subTitle"/>
          </p:nvPr>
        </p:nvSpPr>
        <p:spPr>
          <a:xfrm rot="0">
            <a:off x="1351643" y="3056695"/>
            <a:ext cx="6436178" cy="494945"/>
          </a:xfrm>
          <a:prstGeom prst="rect">
            <a:avLst/>
          </a:prstGeom>
        </p:spPr>
        <p:txBody>
          <a:bodyPr anchor="t" lIns="91440" rtlCol="0">
            <a:noAutofit/>
          </a:bodyPr>
          <a:lstStyle>
            <a:lvl1pPr algn="ctr" indent="0" lvl="0" marL="0">
              <a:lnSpc>
                <a:spcPct val="100000"/>
              </a:lnSpc>
              <a:spcBef>
                <a:spcPts val="0"/>
              </a:spcBef>
              <a:buNone/>
              <a:defRPr b="0" baseline="0" dirty="0" i="0" lang="en-US" sz="1400">
                <a:solidFill>
                  <a:schemeClr val="accent1"/>
                </a:solidFill>
                <a:latin typeface="+mn-lt"/>
              </a:defRPr>
            </a:lvl1pPr>
            <a:lvl2pPr algn="ctr" indent="0" lvl="1" marL="4572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2pPr>
            <a:lvl3pPr algn="ctr" indent="0" lvl="2" marL="9144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3pPr>
            <a:lvl4pPr algn="ctr" indent="0" lvl="3" marL="13716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4pPr>
            <a:lvl5pPr algn="ctr" indent="0" lvl="4" marL="18288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5pPr>
            <a:lvl6pPr algn="ctr" indent="0" lvl="5" marL="22860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6pPr>
            <a:lvl7pPr algn="ctr" indent="0" lvl="6" marL="27432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7pPr>
            <a:lvl8pPr algn="ctr" indent="0" lvl="7" marL="32004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8pPr>
            <a:lvl9pPr algn="ctr" indent="0" lvl="8" marL="36576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dirty="0" lang="en-US"/>
              <a:t>Click to edit Master subtitle style</a:t>
            </a:r>
            <a:endParaRPr dirty="0" lang="en-US"/>
          </a:p>
        </p:txBody>
      </p:sp>
      <p:sp>
        <p:nvSpPr>
          <p:cNvPr id="4" name="Slide Number Placeholder 5">
            <a:extLst>
              <a:ext uri="{DF44BF5D-DCCB-4355-B49A-A4CAE8ABB8A1}">
                <a16:creationId xmlns:a16="http://schemas.microsoft.com/office/drawing/2010/main" id="{34721FE1-0A11-4DD1-A0BC-2577B4F32FAA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5" name="Footer Placeholder 4">
            <a:extLst>
              <a:ext uri="{D495C459-9A44-43EA-AE34-55A37CAC4A24}">
                <a16:creationId xmlns:a16="http://schemas.microsoft.com/office/drawing/2010/main" id="{A410272C-102C-42CF-BE51-98A0656E4972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6" name="Date Placeholder 3">
            <a:extLst>
              <a:ext uri="{D0F9DA89-88FD-479B-9E07-4A4B2819513A}">
                <a16:creationId xmlns:a16="http://schemas.microsoft.com/office/drawing/2010/main" id="{13429C1C-CD64-47F6-927B-5165B5AFD894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8FCC1B5B-92BB-408B-A7B8-CD821F16F6AC}">
        <p14:creationId xmlns:p14="http://schemas.microsoft.com/office/powerpoint/2010/main" val="1734961983717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59BDEC95-010D-4768-9709-1E53878168F5}">
                <a16:creationId xmlns:a16="http://schemas.microsoft.com/office/drawing/2010/main" id="{B8EB0BAB-3CBA-4037-A027-E5B37B1AAF36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>
              <a:defRPr b="1" dirty="0" lang="en-US">
                <a:latin typeface="Zoho Puvi"/>
              </a:defRPr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2D9F6590-AFF1-4790-B21B-5F91E08909E6}">
                <a16:creationId xmlns:a16="http://schemas.microsoft.com/office/drawing/2010/main" id="{4F8281D1-62FF-4E27-8C52-EBBF3E1C9A92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/>
          <a:lstStyle>
            <a:lvl1pPr lvl="0">
              <a:defRPr b="0" dirty="0" lang="en-US">
                <a:latin typeface="Zoho Puvi"/>
              </a:defRPr>
            </a:lvl1pPr>
            <a:lvl2pPr lvl="1">
              <a:defRPr b="0" dirty="0" lang="en-US">
                <a:latin typeface="Zoho Puvi"/>
              </a:defRPr>
            </a:lvl2pPr>
            <a:lvl3pPr lvl="2">
              <a:defRPr b="0" dirty="0" lang="en-US">
                <a:latin typeface="Zoho Puvi"/>
              </a:defRPr>
            </a:lvl3pPr>
            <a:lvl4pPr lvl="3">
              <a:defRPr b="0" dirty="0" lang="en-US">
                <a:latin typeface="Zoho Puvi"/>
              </a:defRPr>
            </a:lvl4pPr>
            <a:lvl5pPr lvl="4">
              <a:defRPr b="0" dirty="0" lang="en-US">
                <a:latin typeface="Zoho Puvi"/>
              </a:defRPr>
            </a:lvl5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Slide Number Placeholder 4">
            <a:extLst>
              <a:ext uri="{5151BDC9-059C-4566-9876-F25E05C4AE21}">
                <a16:creationId xmlns:a16="http://schemas.microsoft.com/office/drawing/2010/main" id="{A5006A7A-17CF-4D68-9DE8-78442350BFB6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5" name="Footer Placeholder 3">
            <a:extLst>
              <a:ext uri="{9E6AA2FB-5B98-4A41-9F03-571B910E9C1B}">
                <a16:creationId xmlns:a16="http://schemas.microsoft.com/office/drawing/2010/main" id="{A9733177-EDE3-4D3D-8CA5-2A8B9D972F6D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6" name="Date Placeholder 1">
            <a:extLst>
              <a:ext uri="{A8FE4918-ADF4-4C57-BAD4-0CEED31E222D}">
                <a16:creationId xmlns:a16="http://schemas.microsoft.com/office/drawing/2010/main" id="{1E017DAA-7CD5-4150-8ADA-A44847C23A4A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pic>
        <p:nvPicPr>
          <p:cNvPr id="7" name="">
            <a:extLst>
              <a:ext uri="{D2994908-A1A0-4357-99AF-06FC5287E73E}">
                <a16:creationId xmlns:a16="http://schemas.microsoft.com/office/drawing/2010/main" id="{3DBF260D-7B8A-4073-B1E8-F242AC49D547}"/>
              </a:ext>
            </a:extLst>
          </p:cNvPr>
          <p:cNvPicPr>
            <a:picLocks noChangeAspect="true"/>
          </p:cNvPicPr>
          <p:nvPr userDrawn="1"/>
        </p:nvPicPr>
        <p:blipFill>
          <a:blip r:embed="rId2"/>
          <a:stretch>
            <a:fillRect/>
          </a:stretch>
        </p:blipFill>
        <p:spPr>
          <a:xfrm flipH="false" flipV="false" rot="0">
            <a:off x="0" y="0"/>
            <a:ext cx="1337786" cy="1083954"/>
          </a:xfrm>
          <a:prstGeom prst="rect">
            <a:avLst/>
          </a:prstGeom>
          <a:noFill/>
        </p:spPr>
      </p:pic>
    </p:spTree>
    <p:extLst>
      <p:ext uri="{318F424D-DE78-413C-8E1D-A4405B50FD76}">
        <p14:creationId xmlns:p14="http://schemas.microsoft.com/office/powerpoint/2010/main" val="1734961983718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hidden="true" id="2" name="Text Placeholder 2">
            <a:extLst>
              <a:ext uri="{F6348EE9-DE6A-4B44-9E89-286078D80B18}">
                <a16:creationId xmlns:a16="http://schemas.microsoft.com/office/drawing/2010/main" id="{82B309D7-6DB4-41AA-8F25-E0358B2882E6}"/>
              </a:ext>
            </a:extLst>
          </p:cNvPr>
          <p:cNvSpPr>
            <a:spLocks noGrp="true"/>
          </p:cNvSpPr>
          <p:nvPr>
            <p:ph type="body"/>
          </p:nvPr>
        </p:nvSpPr>
        <p:spPr>
          <a:xfrm rot="0">
            <a:off x="762000" y="2192059"/>
            <a:ext cx="7620000" cy="511812"/>
          </a:xfrm>
          <a:prstGeom prst="rect">
            <a:avLst/>
          </a:prstGeom>
        </p:spPr>
        <p:txBody>
          <a:bodyPr anchor="b" rtlCol="0">
            <a:normAutofit/>
          </a:bodyPr>
          <a:lstStyle>
            <a:lvl1pPr indent="0" lvl="0" marL="0">
              <a:lnSpc>
                <a:spcPct val="100000"/>
              </a:lnSpc>
              <a:buNone/>
              <a:defRPr b="0" dirty="0" i="0" lang="en-US" sz="1400">
                <a:solidFill>
                  <a:schemeClr val="accent1"/>
                </a:solidFill>
                <a:latin typeface="+mn-lt"/>
              </a:defRPr>
            </a:lvl1pPr>
            <a:lvl2pPr indent="0" lvl="1" marL="457200">
              <a:buNone/>
              <a:defRPr dirty="0" lang="en-US" sz="1800">
                <a:solidFill>
                  <a:schemeClr val="tx1">
                    <a:tint val="75000"/>
                  </a:schemeClr>
                </a:solidFill>
              </a:defRPr>
            </a:lvl2pPr>
            <a:lvl3pPr indent="0" lvl="2" marL="914400">
              <a:buNone/>
              <a:defRPr dirty="0" lang="en-US" sz="1600">
                <a:solidFill>
                  <a:schemeClr val="tx1">
                    <a:tint val="75000"/>
                  </a:schemeClr>
                </a:solidFill>
              </a:defRPr>
            </a:lvl3pPr>
            <a:lvl4pPr indent="0" lvl="3" marL="13716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4pPr>
            <a:lvl5pPr indent="0" lvl="4" marL="18288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5pPr>
            <a:lvl6pPr indent="0" lvl="5" marL="22860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6pPr>
            <a:lvl7pPr indent="0" lvl="6" marL="27432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7pPr>
            <a:lvl8pPr indent="0" lvl="7" marL="32004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8pPr>
            <a:lvl9pPr indent="0" lvl="8" marL="36576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hidden="true" id="3" name="Title 1">
            <a:extLst>
              <a:ext uri="{17E021DF-507E-4024-AB64-505F784620BE}">
                <a16:creationId xmlns:a16="http://schemas.microsoft.com/office/drawing/2010/main" id="{54CDEC6F-FF51-463D-8906-E515CC2CA27B}"/>
              </a:ext>
            </a:extLst>
          </p:cNvPr>
          <p:cNvSpPr>
            <a:spLocks noGrp="true"/>
          </p:cNvSpPr>
          <p:nvPr>
            <p:ph idx="1" type="title"/>
          </p:nvPr>
        </p:nvSpPr>
        <p:spPr>
          <a:xfrm rot="0">
            <a:off x="762000" y="2735662"/>
            <a:ext cx="7620000" cy="882263"/>
          </a:xfrm>
          <a:prstGeom prst="rect">
            <a:avLst/>
          </a:prstGeom>
        </p:spPr>
        <p:txBody>
          <a:bodyPr anchor="t" rtlCol="0"/>
          <a:lstStyle>
            <a:lvl1pPr lvl="0">
              <a:defRPr dirty="0" lang="en-US" sz="40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4" name="Slide Number Placeholder 5">
            <a:extLst>
              <a:ext uri="{48621C4A-B892-45BD-B81B-2F695216BEA0}">
                <a16:creationId xmlns:a16="http://schemas.microsoft.com/office/drawing/2010/main" id="{C4A0523A-5120-40CF-9012-1963E4E79D25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5" name="Footer Placeholder 4">
            <a:extLst>
              <a:ext uri="{2D96C692-67CE-430A-BD2E-642A247F7409}">
                <a16:creationId xmlns:a16="http://schemas.microsoft.com/office/drawing/2010/main" id="{39E55F1A-E871-407B-BA4E-10956BFD00C7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6" name="Date Placeholder 3">
            <a:extLst>
              <a:ext uri="{8F4B64F8-FB3B-40C5-BDC8-A7312EF51AB1}">
                <a16:creationId xmlns:a16="http://schemas.microsoft.com/office/drawing/2010/main" id="{D315395B-F110-4202-A162-19C098F02CB4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  <p:pic>
        <p:nvPicPr>
          <p:cNvPr id="7" name="">
            <a:extLst>
              <a:ext uri="{6098192F-09E8-4F3C-B94D-6053178BF7E5}">
                <a16:creationId xmlns:a16="http://schemas.microsoft.com/office/drawing/2010/main" id="{CDBC3615-7FE8-4623-BC59-854663ADE4F7}"/>
              </a:ext>
            </a:extLst>
          </p:cNvPr>
          <p:cNvPicPr>
            <a:picLocks noChangeAspect="true"/>
          </p:cNvPicPr>
          <p:nvPr userDrawn="1"/>
        </p:nvPicPr>
        <p:blipFill>
          <a:blip r:embed="rId2"/>
          <a:stretch>
            <a:fillRect/>
          </a:stretch>
        </p:blipFill>
        <p:spPr>
          <a:xfrm flipH="false" flipV="false">
            <a:off x="0" y="0"/>
            <a:ext cx="9144000" cy="5143500"/>
          </a:xfrm>
          <a:prstGeom prst="rect">
            <a:avLst/>
          </a:prstGeom>
          <a:noFill/>
        </p:spPr>
      </p:pic>
    </p:spTree>
    <p:extLst>
      <p:ext uri="{E1EEB839-B67F-49C6-A9CD-8F22C87FE78D}">
        <p14:creationId xmlns:p14="http://schemas.microsoft.com/office/powerpoint/2010/main" val="1734961983719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6819E597-4481-4A7E-B498-33B023AAB5F8}">
                <a16:creationId xmlns:a16="http://schemas.microsoft.com/office/drawing/2010/main" id="{A8419E79-65AE-4631-A39D-BC58C0172D2D}"/>
              </a:ext>
            </a:extLst>
          </p:cNvPr>
          <p:cNvPicPr>
            <a:picLocks noChangeAspect="true"/>
          </p:cNvPicPr>
          <p:nvPr userDrawn="1"/>
        </p:nvPicPr>
        <p:blipFill>
          <a:blip r:embed="rId2"/>
          <a:stretch>
            <a:fillRect/>
          </a:stretch>
        </p:blipFill>
        <p:spPr>
          <a:xfrm flipH="true" flipV="false" rot="0">
            <a:off x="770" y="0"/>
            <a:ext cx="9144000" cy="5143500"/>
          </a:xfrm>
          <a:prstGeom prst="rect">
            <a:avLst/>
          </a:prstGeom>
          <a:noFill/>
        </p:spPr>
      </p:pic>
      <p:sp>
        <p:nvSpPr>
          <p:cNvPr hidden="true" id="3" name="Title 1">
            <a:extLst>
              <a:ext uri="{886F021E-F9DB-4689-B9FE-71D97A8B6239}">
                <a16:creationId xmlns:a16="http://schemas.microsoft.com/office/drawing/2010/main" id="{2F777628-0DB5-4B8E-A9F6-148D8FBAC561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hidden="true" id="4" name="Content Placeholder 2">
            <a:extLst>
              <a:ext uri="{2C8BBE00-A80F-4D32-8181-273EB438D236}">
                <a16:creationId xmlns:a16="http://schemas.microsoft.com/office/drawing/2010/main" id="{57812EA1-2BB6-45B1-B484-C498843A808D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762000" y="1403352"/>
            <a:ext cx="3619500" cy="30690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true" id="5" name="Content Placeholder 2">
            <a:extLst>
              <a:ext uri="{FD01937C-2852-406C-866D-C52B5FDC71FD}">
                <a16:creationId xmlns:a16="http://schemas.microsoft.com/office/drawing/2010/main" id="{ECD6D157-14A3-449E-9E96-518263C6A71F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4752975" y="1403352"/>
            <a:ext cx="3619500" cy="30690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6" name="Slide Number Placeholder 6">
            <a:extLst>
              <a:ext uri="{C5131A00-BE82-47DE-87F1-E5881E941A32}">
                <a16:creationId xmlns:a16="http://schemas.microsoft.com/office/drawing/2010/main" id="{071B491B-2CE2-4739-9477-C7B3790BE2AC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7" name="Footer Placeholder 5">
            <a:extLst>
              <a:ext uri="{1299C4CF-321D-40B0-B6C1-267CE1DCF683}">
                <a16:creationId xmlns:a16="http://schemas.microsoft.com/office/drawing/2010/main" id="{FE2B01A1-2006-4E43-85FB-2F8FFA1A70DC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8" name="Date Placeholder 4">
            <a:extLst>
              <a:ext uri="{A3D8064E-9C43-4D76-A53B-7C7C9D55C7A0}">
                <a16:creationId xmlns:a16="http://schemas.microsoft.com/office/drawing/2010/main" id="{766E0C73-7C14-45F9-AC80-BD3F11D9F1EF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22A60905-F86F-44CC-9066-BFFCEABC65B3}">
        <p14:creationId xmlns:p14="http://schemas.microsoft.com/office/powerpoint/2010/main" val="1734961983720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2DF4EFF9-90D7-4F64-B24E-1FFB2C39AA2A}">
                <a16:creationId xmlns:a16="http://schemas.microsoft.com/office/drawing/2010/main" id="{90C6B77D-A412-418F-874A-C40D4DA18A6F}"/>
              </a:ext>
            </a:extLst>
          </p:cNvPr>
          <p:cNvSpPr>
            <a:spLocks noGrp="true"/>
          </p:cNvSpPr>
          <p:nvPr>
            <p:ph type="body"/>
          </p:nvPr>
        </p:nvSpPr>
        <p:spPr>
          <a:xfrm rot="0">
            <a:off x="762000" y="1400175"/>
            <a:ext cx="3619500" cy="540644"/>
          </a:xfrm>
          <a:prstGeom prst="rect">
            <a:avLst/>
          </a:prstGeom>
        </p:spPr>
        <p:txBody>
          <a:bodyPr anchor="ctr" rtlCol="0">
            <a:normAutofit fontScale="100000" lnSpcReduction="0"/>
          </a:bodyPr>
          <a:lstStyle>
            <a:lvl1pPr indent="0" lvl="0" marL="0">
              <a:buNone/>
              <a:defRPr b="0" cap="none" dirty="0" i="0" lang="en-US" sz="1600">
                <a:solidFill>
                  <a:schemeClr val="accent1"/>
                </a:solidFill>
                <a:latin typeface="+mn-lt"/>
              </a:defRPr>
            </a:lvl1pPr>
            <a:lvl2pPr indent="0" lvl="1" marL="457200">
              <a:buNone/>
              <a:defRPr b="1" dirty="0" lang="en-US" sz="2000">
                <a:latin typeface="+mn-lt"/>
              </a:defRPr>
            </a:lvl2pPr>
            <a:lvl3pPr indent="0" lvl="2" marL="914400">
              <a:buNone/>
              <a:defRPr b="1" dirty="0" lang="en-US" sz="1800">
                <a:latin typeface="+mn-lt"/>
              </a:defRPr>
            </a:lvl3pPr>
            <a:lvl4pPr indent="0" lvl="3" marL="1371600">
              <a:buNone/>
              <a:defRPr b="1" dirty="0" lang="en-US" sz="1600">
                <a:latin typeface="+mn-lt"/>
              </a:defRPr>
            </a:lvl4pPr>
            <a:lvl5pPr indent="0" lvl="4" marL="1828800">
              <a:buNone/>
              <a:defRPr b="1" dirty="0" lang="en-US" sz="1600">
                <a:latin typeface="+mn-lt"/>
              </a:defRPr>
            </a:lvl5pPr>
            <a:lvl6pPr indent="0" lvl="5" marL="2286000">
              <a:buNone/>
              <a:defRPr b="1" dirty="0" lang="en-US" sz="1600">
                <a:latin typeface="+mn-lt"/>
              </a:defRPr>
            </a:lvl6pPr>
            <a:lvl7pPr indent="0" lvl="6" marL="2743200">
              <a:buNone/>
              <a:defRPr b="1" dirty="0" lang="en-US" sz="1600">
                <a:latin typeface="+mn-lt"/>
              </a:defRPr>
            </a:lvl7pPr>
            <a:lvl8pPr indent="0" lvl="7" marL="3200400">
              <a:buNone/>
              <a:defRPr b="1" dirty="0" lang="en-US" sz="1600">
                <a:latin typeface="+mn-lt"/>
              </a:defRPr>
            </a:lvl8pPr>
            <a:lvl9pPr indent="0" lvl="8" marL="3657600">
              <a:buNone/>
              <a:defRPr b="1" dirty="0" lang="en-US" sz="1600">
                <a:latin typeface="+mn-lt"/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3" name="Text Placeholder 4">
            <a:extLst>
              <a:ext uri="{93B8941B-8107-4674-9C2E-33E0FF3611B4}">
                <a16:creationId xmlns:a16="http://schemas.microsoft.com/office/drawing/2010/main" id="{B1B237D2-E3A7-48B6-B671-834B0900A851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4754717" y="1400175"/>
            <a:ext cx="3619500" cy="540644"/>
          </a:xfrm>
          <a:prstGeom prst="rect">
            <a:avLst/>
          </a:prstGeom>
        </p:spPr>
        <p:txBody>
          <a:bodyPr anchor="ctr" rtlCol="0">
            <a:normAutofit fontScale="100000" lnSpcReduction="0"/>
          </a:bodyPr>
          <a:lstStyle>
            <a:lvl1pPr indent="0" lvl="0" marL="0">
              <a:buNone/>
              <a:defRPr b="0" cap="none" dirty="0" i="0" lang="en-US" sz="1600">
                <a:solidFill>
                  <a:schemeClr val="accent1"/>
                </a:solidFill>
                <a:latin typeface="+mn-lt"/>
              </a:defRPr>
            </a:lvl1pPr>
            <a:lvl2pPr indent="0" lvl="1" marL="457200">
              <a:buNone/>
              <a:defRPr b="1" dirty="0" lang="en-US" sz="2000">
                <a:latin typeface="+mn-lt"/>
              </a:defRPr>
            </a:lvl2pPr>
            <a:lvl3pPr indent="0" lvl="2" marL="914400">
              <a:buNone/>
              <a:defRPr b="1" dirty="0" lang="en-US" sz="1800">
                <a:latin typeface="+mn-lt"/>
              </a:defRPr>
            </a:lvl3pPr>
            <a:lvl4pPr indent="0" lvl="3" marL="1371600">
              <a:buNone/>
              <a:defRPr b="1" dirty="0" lang="en-US" sz="1600">
                <a:latin typeface="+mn-lt"/>
              </a:defRPr>
            </a:lvl4pPr>
            <a:lvl5pPr indent="0" lvl="4" marL="1828800">
              <a:buNone/>
              <a:defRPr b="1" dirty="0" lang="en-US" sz="1600">
                <a:latin typeface="+mn-lt"/>
              </a:defRPr>
            </a:lvl5pPr>
            <a:lvl6pPr indent="0" lvl="5" marL="2286000">
              <a:buNone/>
              <a:defRPr b="1" dirty="0" lang="en-US" sz="1600">
                <a:latin typeface="+mn-lt"/>
              </a:defRPr>
            </a:lvl6pPr>
            <a:lvl7pPr indent="0" lvl="6" marL="2743200">
              <a:buNone/>
              <a:defRPr b="1" dirty="0" lang="en-US" sz="1600">
                <a:latin typeface="+mn-lt"/>
              </a:defRPr>
            </a:lvl7pPr>
            <a:lvl8pPr indent="0" lvl="7" marL="3200400">
              <a:buNone/>
              <a:defRPr b="1" dirty="0" lang="en-US" sz="1600">
                <a:latin typeface="+mn-lt"/>
              </a:defRPr>
            </a:lvl8pPr>
            <a:lvl9pPr indent="0" lvl="8" marL="3657600">
              <a:buNone/>
              <a:defRPr b="1" dirty="0" lang="en-US" sz="1600">
                <a:latin typeface="+mn-lt"/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Content Placeholder 2">
            <a:extLst>
              <a:ext uri="{5A70A989-3205-4982-B7BE-08CE25C84697}">
                <a16:creationId xmlns:a16="http://schemas.microsoft.com/office/drawing/2010/main" id="{7174D04F-621E-4C9F-91EE-B73D158D7FE0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762000" y="1961537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Title 1">
            <a:extLst>
              <a:ext uri="{D00644D0-4F25-4C4F-B62B-85AE4DF6D3BD}">
                <a16:creationId xmlns:a16="http://schemas.microsoft.com/office/drawing/2010/main" id="{C1BFE0AA-3DDD-4E99-9854-68BBFC21DE65}"/>
              </a:ext>
            </a:extLst>
          </p:cNvPr>
          <p:cNvSpPr>
            <a:spLocks noGrp="true"/>
          </p:cNvSpPr>
          <p:nvPr>
            <p:ph idx="3"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6" name="Content Placeholder 2">
            <a:extLst>
              <a:ext uri="{491BEF9A-62D4-40C3-91D0-66BE22B90624}">
                <a16:creationId xmlns:a16="http://schemas.microsoft.com/office/drawing/2010/main" id="{E616FB96-7100-41A6-9346-986A4123CCEC}"/>
              </a:ext>
            </a:extLst>
          </p:cNvPr>
          <p:cNvSpPr>
            <a:spLocks noGrp="true"/>
          </p:cNvSpPr>
          <p:nvPr>
            <p:ph idx="4"/>
          </p:nvPr>
        </p:nvSpPr>
        <p:spPr>
          <a:xfrm rot="0">
            <a:off x="4751443" y="1961537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7" name="Date Placeholder 4">
            <a:extLst>
              <a:ext uri="{561797D5-4435-4C7F-B7FE-72862822B0A4}">
                <a16:creationId xmlns:a16="http://schemas.microsoft.com/office/drawing/2010/main" id="{E53D2D62-D392-4982-BE99-7F21818EC68C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id="8" name="Footer Placeholder 5">
            <a:extLst>
              <a:ext uri="{7836742B-C908-43A3-89D4-9791949F078B}">
                <a16:creationId xmlns:a16="http://schemas.microsoft.com/office/drawing/2010/main" id="{B7A7497E-5280-4711-A894-A11D044BC7C4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9" name="Slide Number Placeholder 6">
            <a:extLst>
              <a:ext uri="{E590D14B-5B8E-43ED-AE01-490346703451}">
                <a16:creationId xmlns:a16="http://schemas.microsoft.com/office/drawing/2010/main" id="{408B6C06-6254-4972-BC38-9116156444AC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</p:spTree>
    <p:extLst>
      <p:ext uri="{6BAC3F9F-61E3-4174-B7BD-002DCC50D251}">
        <p14:creationId xmlns:p14="http://schemas.microsoft.com/office/powerpoint/2010/main" val="1734961983721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A186EE0C-59B2-4F9F-9141-4C5301026D18}">
                <a16:creationId xmlns:a16="http://schemas.microsoft.com/office/drawing/2010/main" id="{6809EC8F-FCAA-4422-8656-D62088E4325B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1914525"/>
            <a:ext cx="7620000" cy="857250"/>
          </a:xfrm>
        </p:spPr>
        <p:txBody>
          <a:bodyPr anchor="ctr" rtlCol="0"/>
          <a:lstStyle>
            <a:lvl1pPr algn="ctr" lvl="0">
              <a:defRPr dirty="0" lang="en-US" sz="36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Slide Number Placeholder 3">
            <a:extLst>
              <a:ext uri="{4D67115D-378D-4AA6-AA07-77327D3FD9DB}">
                <a16:creationId xmlns:a16="http://schemas.microsoft.com/office/drawing/2010/main" id="{58F7AD64-02EA-499E-AF86-61E83CCBA62E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4" name="Footer Placeholder 2">
            <a:extLst>
              <a:ext uri="{9AB15CEB-9C73-41CF-A055-91AF07028DF6}">
                <a16:creationId xmlns:a16="http://schemas.microsoft.com/office/drawing/2010/main" id="{D9D016E3-8252-48DA-8029-E06102A0A98D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5" name="Date Placeholder 1">
            <a:extLst>
              <a:ext uri="{4AE9215A-DF9D-4394-A356-2C34D86F89BA}">
                <a16:creationId xmlns:a16="http://schemas.microsoft.com/office/drawing/2010/main" id="{2830C86D-213D-4F1C-B9DA-9A221193C04E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pic>
        <p:nvPicPr>
          <p:cNvPr id="6" name="">
            <a:extLst>
              <a:ext uri="{B29938FD-1327-4A03-A3E9-A50CE8D5C1EA}">
                <a16:creationId xmlns:a16="http://schemas.microsoft.com/office/drawing/2010/main" id="{1EA0FEEE-7E70-4182-ACD1-732F8B11DA04}"/>
              </a:ext>
            </a:extLst>
          </p:cNvPr>
          <p:cNvPicPr>
            <a:picLocks noChangeAspect="true"/>
          </p:cNvPicPr>
          <p:nvPr userDrawn="1"/>
        </p:nvPicPr>
        <p:blipFill>
          <a:blip r:embed="rId2"/>
          <a:stretch>
            <a:fillRect/>
          </a:stretch>
        </p:blipFill>
        <p:spPr>
          <a:xfrm flipH="false" flipV="false" rot="0">
            <a:off x="0" y="0"/>
            <a:ext cx="1337786" cy="1083954"/>
          </a:xfrm>
          <a:prstGeom prst="rect">
            <a:avLst/>
          </a:prstGeom>
          <a:noFill/>
        </p:spPr>
      </p:pic>
    </p:spTree>
    <p:extLst>
      <p:ext uri="{F134149F-A823-410A-9AC4-0316ED2CE7A5}">
        <p14:creationId xmlns:p14="http://schemas.microsoft.com/office/powerpoint/2010/main" val="1734961983722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C570E133-958C-48EC-8021-121A08177ACA}">
                <a16:creationId xmlns:a16="http://schemas.microsoft.com/office/drawing/2010/main" id="{9E23155B-C124-461E-B02B-C32026A04ECD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3" name="Footer Placeholder 2">
            <a:extLst>
              <a:ext uri="{5814C7EA-5A5F-424E-941C-3C8798980E85}">
                <a16:creationId xmlns:a16="http://schemas.microsoft.com/office/drawing/2010/main" id="{6D0913E6-2BF7-4D96-B445-1FD8E5DA2C87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4" name="Date Placeholder 1">
            <a:extLst>
              <a:ext uri="{75909320-62DE-467E-808F-FD8193B1819A}">
                <a16:creationId xmlns:a16="http://schemas.microsoft.com/office/drawing/2010/main" id="{543223F1-F849-48A3-B3D4-6448A021E50A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94C054DE-EAE9-49DF-A3F9-9B4F10F5939F}">
        <p14:creationId xmlns:p14="http://schemas.microsoft.com/office/powerpoint/2010/main" val="1734961983723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D6CDF34E-7216-4176-B238-F2D3BF621EF8}">
                <a16:creationId xmlns:a16="http://schemas.microsoft.com/office/drawing/2010/main" id="{CA3C644C-E803-46D0-BEA8-AC44AECCADFC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3">
            <a:extLst>
              <a:ext uri="{4D4C9063-1DD4-4525-AC51-9D278EF29C5B}">
                <a16:creationId xmlns:a16="http://schemas.microsoft.com/office/drawing/2010/main" id="{03C8DB31-F2B5-4376-9B0A-C51216F95FF4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455900"/>
            <a:ext cx="2822399" cy="2984400"/>
          </a:xfrm>
        </p:spPr>
        <p:txBody>
          <a:bodyPr anchor="t" bIns="45720" lIns="91440" rIns="91440" rtlCol="0" tIns="93600">
            <a:normAutofit/>
          </a:bodyPr>
          <a:lstStyle>
            <a:lvl1pPr indent="0" lvl="0" marL="0">
              <a:lnSpc>
                <a:spcPct val="100000"/>
              </a:lnSpc>
              <a:buNone/>
              <a:defRPr b="0" dirty="0" lang="en-US">
                <a:latin typeface="+mn-lt"/>
              </a:defRPr>
            </a:lvl1pPr>
          </a:lstStyle>
          <a:p>
            <a:pPr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Content Placeholder 2">
            <a:extLst>
              <a:ext uri="{3204D3DB-6634-4512-9AB1-297F914EE158}">
                <a16:creationId xmlns:a16="http://schemas.microsoft.com/office/drawing/2010/main" id="{DEB678ED-9B41-4A03-A99B-2AF313D4EE69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3776758" y="1447800"/>
            <a:ext cx="4605242" cy="300037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Slide Number Placeholder 3">
            <a:extLst>
              <a:ext uri="{A9C40FC8-B72A-4EF7-BD69-489D56EE8DA0}">
                <a16:creationId xmlns:a16="http://schemas.microsoft.com/office/drawing/2010/main" id="{94E285C7-3A46-4C68-8DF2-987554C5DF85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6" name="Footer Placeholder 2">
            <a:extLst>
              <a:ext uri="{B436E3CE-ADE2-41CF-9317-08633AA1313E}">
                <a16:creationId xmlns:a16="http://schemas.microsoft.com/office/drawing/2010/main" id="{6BC205BA-EFD2-4667-952F-C34E0EDDA2B3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7" name="Date Placeholder 1">
            <a:extLst>
              <a:ext uri="{C8F285A1-893F-4225-A2E8-A94CD7EB6D5D}">
                <a16:creationId xmlns:a16="http://schemas.microsoft.com/office/drawing/2010/main" id="{F3026189-E3B1-4ECB-97A2-0EC98F86ECD9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7AB978A1-8568-493C-AF99-E1B6025394CE}">
        <p14:creationId xmlns:p14="http://schemas.microsoft.com/office/powerpoint/2010/main" val="1734961983724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C8FA8F0C-3000-4719-928D-CF90639397DD}">
                <a16:creationId xmlns:a16="http://schemas.microsoft.com/office/drawing/2010/main" id="{3B4D1262-2B30-4D85-910E-C4155A16C3F4}"/>
              </a:ext>
            </a:extLst>
          </p:cNvPr>
          <p:cNvSpPr/>
          <p:nvPr/>
        </p:nvSpPr>
        <p:spPr>
          <a:xfrm rot="0">
            <a:off x="3718307" y="1437411"/>
            <a:ext cx="4663693" cy="3037029"/>
          </a:xfrm>
          <a:prstGeom prst="rect">
            <a:avLst/>
          </a:prstGeom>
          <a:noFill/>
          <a:ln cap="flat" w="6350">
            <a:solidFill>
              <a:schemeClr val="bg1">
                <a:lumMod val="75000"/>
              </a:schemeClr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3" name="Title 1">
            <a:extLst>
              <a:ext uri="{071AF09E-765F-4BDC-A7B9-9E4DEA694754}">
                <a16:creationId xmlns:a16="http://schemas.microsoft.com/office/drawing/2010/main" id="{2963A0D6-6BFF-4776-9023-F4B519372636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4" name="Text Placeholder 3">
            <a:extLst>
              <a:ext uri="{D432065F-5AE7-4862-88EB-617F7760F932}">
                <a16:creationId xmlns:a16="http://schemas.microsoft.com/office/drawing/2010/main" id="{0EC92189-9C2B-4018-9257-C0EE284B04A3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455900"/>
            <a:ext cx="2822399" cy="2984400"/>
          </a:xfrm>
        </p:spPr>
        <p:txBody>
          <a:bodyPr anchor="t" bIns="45720" lIns="91440" rIns="91440" rtlCol="0" tIns="93600">
            <a:normAutofit/>
          </a:bodyPr>
          <a:lstStyle>
            <a:lvl1pPr indent="0" lvl="0" marL="0">
              <a:lnSpc>
                <a:spcPct val="100000"/>
              </a:lnSpc>
              <a:buNone/>
              <a:defRPr b="0" dirty="0" lang="en-US">
                <a:latin typeface="+mn-lt"/>
              </a:defRPr>
            </a:lvl1pPr>
          </a:lstStyle>
          <a:p>
            <a:pPr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5" name="Picture Placeholder 2">
            <a:extLst>
              <a:ext uri="{078E1B21-64A5-4006-830B-D81C2C101D0D}">
                <a16:creationId xmlns:a16="http://schemas.microsoft.com/office/drawing/2010/main" id="{B558349A-7788-4F69-BFB0-29016C7578C7}"/>
              </a:ext>
            </a:extLst>
          </p:cNvPr>
          <p:cNvSpPr>
            <a:spLocks noGrp="true"/>
          </p:cNvSpPr>
          <p:nvPr>
            <p:ph idx="2" type="pic"/>
          </p:nvPr>
        </p:nvSpPr>
        <p:spPr>
          <a:xfrm rot="0">
            <a:off x="3775220" y="1492944"/>
            <a:ext cx="4543283" cy="2925962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6" name="Slide Number Placeholder 4">
            <a:extLst>
              <a:ext uri="{8B4FB12D-4EAC-42AE-AA8C-79CFF013305B}">
                <a16:creationId xmlns:a16="http://schemas.microsoft.com/office/drawing/2010/main" id="{14F9C5B5-1486-4E63-B2CC-4CF7417EB814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7" name="Footer Placeholder 3">
            <a:extLst>
              <a:ext uri="{1546A534-2CE0-4B52-94D2-B35863FC6E5A}">
                <a16:creationId xmlns:a16="http://schemas.microsoft.com/office/drawing/2010/main" id="{A5F797FB-E7ED-4356-86F1-EF8056F99B9D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8" name="Date Placeholder 1">
            <a:extLst>
              <a:ext uri="{2922037F-93DA-41BF-ACF1-2517D5CBA69D}">
                <a16:creationId xmlns:a16="http://schemas.microsoft.com/office/drawing/2010/main" id="{921C9D56-CD99-43DD-94F6-069528E51FDA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AB52AC8F-86C2-49E8-BB06-3EE0B1E23A38}">
        <p14:creationId xmlns:p14="http://schemas.microsoft.com/office/powerpoint/2010/main" val="1734961983725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userDrawn="1">
  <p:cSld name="Title,Text,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36163870-A35C-411F-B908-BBA81E8FEBD8}">
                <a16:creationId xmlns:a16="http://schemas.microsoft.com/office/drawing/2010/main" id="{25A43BC9-4585-4977-877F-05A7A5AB06E0}"/>
              </a:ext>
            </a:extLst>
          </p:cNvPr>
          <p:cNvSpPr/>
          <p:nvPr/>
        </p:nvSpPr>
        <p:spPr>
          <a:xfrm rot="0">
            <a:off x="774703" y="1417637"/>
            <a:ext cx="1850529" cy="2192337"/>
          </a:xfrm>
          <a:prstGeom prst="rect">
            <a:avLst/>
          </a:prstGeom>
          <a:noFill/>
          <a:ln cap="flat" w="6350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3" name="Rectangle 20">
            <a:extLst>
              <a:ext uri="{F83E0D29-BCE4-4402-AD4C-D12DAFED6E76}">
                <a16:creationId xmlns:a16="http://schemas.microsoft.com/office/drawing/2010/main" id="{E866A5BF-9883-42FB-83C1-03EFF1FAE6FF}"/>
              </a:ext>
            </a:extLst>
          </p:cNvPr>
          <p:cNvSpPr/>
          <p:nvPr/>
        </p:nvSpPr>
        <p:spPr>
          <a:xfrm rot="0">
            <a:off x="2774950" y="1417637"/>
            <a:ext cx="3580319" cy="2192337"/>
          </a:xfrm>
          <a:prstGeom prst="rect">
            <a:avLst/>
          </a:prstGeom>
          <a:noFill/>
          <a:ln cap="flat" w="6350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4" name="Rectangle 22">
            <a:extLst>
              <a:ext uri="{1C1AFE31-41DD-4B2E-A35E-90A89D5C5BD5}">
                <a16:creationId xmlns:a16="http://schemas.microsoft.com/office/drawing/2010/main" id="{08296354-94FB-4724-AF24-22C82FBA7F12}"/>
              </a:ext>
            </a:extLst>
          </p:cNvPr>
          <p:cNvSpPr/>
          <p:nvPr/>
        </p:nvSpPr>
        <p:spPr>
          <a:xfrm rot="0">
            <a:off x="6496050" y="1417637"/>
            <a:ext cx="1882776" cy="2192337"/>
          </a:xfrm>
          <a:custGeom>
            <a:avLst/>
            <a:gdLst/>
            <a:ahLst/>
            <a:cxnLst/>
            <a:rect b="b" l="0" r="r" t="0"/>
            <a:pathLst>
              <a:path h="2192337" w="1882776">
                <a:moveTo>
                  <a:pt x="9525" y="0"/>
                </a:moveTo>
                <a:lnTo>
                  <a:pt x="1882777" y="0"/>
                </a:lnTo>
                <a:lnTo>
                  <a:pt x="1882777" y="2192337"/>
                </a:lnTo>
                <a:lnTo>
                  <a:pt x="9525" y="2192337"/>
                </a:lnTo>
                <a:close/>
              </a:path>
            </a:pathLst>
          </a:custGeom>
          <a:noFill/>
          <a:ln cap="flat" w="6350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5" name="Title 1">
            <a:extLst>
              <a:ext uri="{FD0173A0-1339-4E95-85A4-4EE9A1483ADB}">
                <a16:creationId xmlns:a16="http://schemas.microsoft.com/office/drawing/2010/main" id="{DD21D5A9-B739-4D51-B9BF-909DACB50520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6" name="Picture Placeholder 2">
            <a:extLst>
              <a:ext uri="{AC11124F-0107-4A48-B3AC-CEEF62B139E1}">
                <a16:creationId xmlns:a16="http://schemas.microsoft.com/office/drawing/2010/main" id="{CF6816B3-1F73-483E-ADB3-3184A2E6807D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835027" y="1474787"/>
            <a:ext cx="1723499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7" name="Content Placeholder 2">
            <a:extLst>
              <a:ext uri="{38EBD39C-2CE9-4556-885E-73534AC94370}">
                <a16:creationId xmlns:a16="http://schemas.microsoft.com/office/drawing/2010/main" id="{CF084813-C474-4BBA-A7F0-15C015449D7D}"/>
              </a:ext>
            </a:extLst>
          </p:cNvPr>
          <p:cNvSpPr>
            <a:spLocks noGrp="true"/>
          </p:cNvSpPr>
          <p:nvPr>
            <p:ph idx="2" type="body"/>
          </p:nvPr>
        </p:nvSpPr>
        <p:spPr>
          <a:xfrm rot="0">
            <a:off x="762000" y="3810000"/>
            <a:ext cx="1847850" cy="523875"/>
          </a:xfrm>
          <a:prstGeom prst="rect">
            <a:avLst/>
          </a:prstGeom>
        </p:spPr>
        <p:txBody>
          <a:bodyPr anchor="t" rtlCol="0">
            <a:normAutofit/>
          </a:bodyPr>
          <a:lstStyle>
            <a:lvl1pPr algn="ctr" indent="0" lvl="0" marL="0">
              <a:lnSpc>
                <a:spcPct val="100000"/>
              </a:lnSpc>
              <a:buFont typeface="Arial"/>
              <a:buNone/>
              <a:defRPr b="0" dirty="0"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dirty="0" lang="en-US" sz="100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dirty="0" i="0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8" name="Picture Placeholder 2">
            <a:extLst>
              <a:ext uri="{E430EBD7-A2B6-4FBA-9D24-00202518BE1B}">
                <a16:creationId xmlns:a16="http://schemas.microsoft.com/office/drawing/2010/main" id="{ADB7A095-5107-4853-A272-7B6AA6EF49C0}"/>
              </a:ext>
            </a:extLst>
          </p:cNvPr>
          <p:cNvSpPr>
            <a:spLocks noGrp="true"/>
          </p:cNvSpPr>
          <p:nvPr>
            <p:ph idx="3" type="pic"/>
          </p:nvPr>
        </p:nvSpPr>
        <p:spPr>
          <a:xfrm rot="0">
            <a:off x="2835275" y="1474787"/>
            <a:ext cx="3459670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9" name="Content Placeholder 2">
            <a:extLst>
              <a:ext uri="{60C07BE8-0FBF-4A2D-B905-C614F30513B9}">
                <a16:creationId xmlns:a16="http://schemas.microsoft.com/office/drawing/2010/main" id="{7044DD34-C44B-465D-B06B-3236B10D7759}"/>
              </a:ext>
            </a:extLst>
          </p:cNvPr>
          <p:cNvSpPr>
            <a:spLocks noGrp="true"/>
          </p:cNvSpPr>
          <p:nvPr>
            <p:ph idx="4" type="body"/>
          </p:nvPr>
        </p:nvSpPr>
        <p:spPr>
          <a:xfrm rot="0">
            <a:off x="2777561" y="3810000"/>
            <a:ext cx="3577708" cy="523875"/>
          </a:xfrm>
          <a:prstGeom prst="rect">
            <a:avLst/>
          </a:prstGeom>
        </p:spPr>
        <p:txBody>
          <a:bodyPr anchor="t" rtlCol="0">
            <a:normAutofit/>
          </a:bodyPr>
          <a:lstStyle>
            <a:lvl1pPr algn="ctr" indent="0" lvl="0" marL="0">
              <a:lnSpc>
                <a:spcPct val="100000"/>
              </a:lnSpc>
              <a:buFont typeface="Arial"/>
              <a:buNone/>
              <a:defRPr b="0" dirty="0"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dirty="0" lang="en-US" sz="100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dirty="0" i="0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10" name="Picture Placeholder 2">
            <a:extLst>
              <a:ext uri="{AC1AA561-FF07-4EC0-AEF5-AF5D062D97BE}">
                <a16:creationId xmlns:a16="http://schemas.microsoft.com/office/drawing/2010/main" id="{200BD163-3165-4D2D-ABF4-7EA8D460A0E2}"/>
              </a:ext>
            </a:extLst>
          </p:cNvPr>
          <p:cNvSpPr>
            <a:spLocks noGrp="true"/>
          </p:cNvSpPr>
          <p:nvPr>
            <p:ph idx="5" type="pic"/>
          </p:nvPr>
        </p:nvSpPr>
        <p:spPr>
          <a:xfrm rot="0">
            <a:off x="6581774" y="1474787"/>
            <a:ext cx="1724025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11" name="Content Placeholder 2">
            <a:extLst>
              <a:ext uri="{9AA08843-2680-445A-AEEF-14FB65AE9E89}">
                <a16:creationId xmlns:a16="http://schemas.microsoft.com/office/drawing/2010/main" id="{FAEDFB1A-9096-4564-81BD-154AD263BD86}"/>
              </a:ext>
            </a:extLst>
          </p:cNvPr>
          <p:cNvSpPr>
            <a:spLocks noGrp="true"/>
          </p:cNvSpPr>
          <p:nvPr>
            <p:ph idx="6" type="body"/>
          </p:nvPr>
        </p:nvSpPr>
        <p:spPr>
          <a:xfrm rot="0">
            <a:off x="6496050" y="3810000"/>
            <a:ext cx="1882775" cy="523875"/>
          </a:xfrm>
          <a:prstGeom prst="rect">
            <a:avLst/>
          </a:prstGeom>
        </p:spPr>
        <p:txBody>
          <a:bodyPr anchor="t" rtlCol="0">
            <a:normAutofit/>
          </a:bodyPr>
          <a:lstStyle>
            <a:lvl1pPr algn="ctr" indent="0" lvl="0" marL="0">
              <a:lnSpc>
                <a:spcPct val="100000"/>
              </a:lnSpc>
              <a:buFont typeface="Arial"/>
              <a:buNone/>
              <a:defRPr b="0" dirty="0"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dirty="0" lang="en-US" sz="100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dirty="0" i="0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12" name="Slide Number Placeholder 4">
            <a:extLst>
              <a:ext uri="{0D73830A-7993-4ABF-814A-E32FD24AEE59}">
                <a16:creationId xmlns:a16="http://schemas.microsoft.com/office/drawing/2010/main" id="{F47792A3-68B6-4DB9-A94D-F3EB9196CC8D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13" name="Footer Placeholder 3">
            <a:extLst>
              <a:ext uri="{8E061D00-BFBF-475D-81C6-E6DAD46F2B39}">
                <a16:creationId xmlns:a16="http://schemas.microsoft.com/office/drawing/2010/main" id="{8481525D-BF34-40EA-9E8B-52062210F55A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14" name="Date Placeholder 1">
            <a:extLst>
              <a:ext uri="{6BB678D6-7264-4ACD-9BF3-963FE4DC2D3E}">
                <a16:creationId xmlns:a16="http://schemas.microsoft.com/office/drawing/2010/main" id="{755C9413-7CBD-4078-9158-2E3735C4A932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custDataLst>
      <p:tags r:id="rId2"/>
    </p:custDataLst>
    <p:extLst>
      <p:ext uri="{32A70FCF-ABDD-403C-B7B5-F0CD856370B9}">
        <p14:creationId xmlns:p14="http://schemas.microsoft.com/office/powerpoint/2010/main" val="1734961983727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userDrawn="1">
  <p:cSld name="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A26481E9-7A57-4A00-9CD1-53D60F82A4A6}">
                <a16:creationId xmlns:a16="http://schemas.microsoft.com/office/drawing/2010/main" id="{C608660F-CEDA-4B77-86A8-BF100D416343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Picture Placeholder 2">
            <a:extLst>
              <a:ext uri="{23F1D950-E52D-4571-A36E-E4A481544AA2}">
                <a16:creationId xmlns:a16="http://schemas.microsoft.com/office/drawing/2010/main" id="{28171FD5-5690-4262-B617-3B38562A7177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30480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4" name="Picture Placeholder 2">
            <a:extLst>
              <a:ext uri="{81882C1C-98E4-4F3B-A15C-C4A741E1A8BF}">
                <a16:creationId xmlns:a16="http://schemas.microsoft.com/office/drawing/2010/main" id="{850DE560-7E6E-4CC5-98BA-3C2BE0E62DA0}"/>
              </a:ext>
            </a:extLst>
          </p:cNvPr>
          <p:cNvSpPr>
            <a:spLocks noGrp="true"/>
          </p:cNvSpPr>
          <p:nvPr>
            <p:ph idx="2" type="pic"/>
          </p:nvPr>
        </p:nvSpPr>
        <p:spPr>
          <a:xfrm rot="0">
            <a:off x="247015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5" name="Picture Placeholder 2">
            <a:extLst>
              <a:ext uri="{1D6F4E4C-2A88-4FA4-8D3A-26166528504E}">
                <a16:creationId xmlns:a16="http://schemas.microsoft.com/office/drawing/2010/main" id="{62F4D0C3-7B65-4DEB-AD5B-93FFB2870220}"/>
              </a:ext>
            </a:extLst>
          </p:cNvPr>
          <p:cNvSpPr>
            <a:spLocks noGrp="true"/>
          </p:cNvSpPr>
          <p:nvPr>
            <p:ph idx="3" type="pic"/>
          </p:nvPr>
        </p:nvSpPr>
        <p:spPr>
          <a:xfrm rot="0">
            <a:off x="463550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6" name="Picture Placeholder 2">
            <a:extLst>
              <a:ext uri="{B5DF1121-8288-4154-B8A0-97BDF924F9E2}">
                <a16:creationId xmlns:a16="http://schemas.microsoft.com/office/drawing/2010/main" id="{83FD6130-CB8A-46CC-9C32-4720D139DE1A}"/>
              </a:ext>
            </a:extLst>
          </p:cNvPr>
          <p:cNvSpPr>
            <a:spLocks noGrp="true"/>
          </p:cNvSpPr>
          <p:nvPr>
            <p:ph idx="4" type="pic"/>
          </p:nvPr>
        </p:nvSpPr>
        <p:spPr>
          <a:xfrm rot="0">
            <a:off x="680085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7" name="Slide Number Placeholder 4">
            <a:extLst>
              <a:ext uri="{8EA21A07-4CC8-4237-AE36-AB887A1E455F}">
                <a16:creationId xmlns:a16="http://schemas.microsoft.com/office/drawing/2010/main" id="{A87CD68B-8E24-47F3-82DC-61DBD70E0E49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8" name="Footer Placeholder 3">
            <a:extLst>
              <a:ext uri="{D7C4E788-0471-4654-A969-9608DE621BB5}">
                <a16:creationId xmlns:a16="http://schemas.microsoft.com/office/drawing/2010/main" id="{9FCBBDA8-B77D-4CB6-B875-B796B5FB9FA2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9" name="Date Placeholder 1">
            <a:extLst>
              <a:ext uri="{088BE61F-5E56-49FF-A65B-495444D8AF9A}">
                <a16:creationId xmlns:a16="http://schemas.microsoft.com/office/drawing/2010/main" id="{67D90F68-4D26-4199-A620-E03740E7553B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custDataLst>
      <p:tags r:id="rId2"/>
    </p:custDataLst>
    <p:extLst>
      <p:ext uri="{30DE29B6-FE90-4190-9AD0-E1D4799A1A14}">
        <p14:creationId xmlns:p14="http://schemas.microsoft.com/office/powerpoint/2010/main" val="1734961983729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/Relationships>
</file>

<file path=ppt/slideMasters/slideMaster1.xml><?xml version="1.0" encoding="utf-8"?>
<p:sldMaste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Master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hidden="true" id="2" name="Slide Number Placeholder 5">
            <a:extLst>
              <a:ext uri="{A4EF7052-DCF9-42D8-8747-48160072F1BF}">
                <a16:creationId xmlns:a16="http://schemas.microsoft.com/office/drawing/2010/main" id="{22F6FB22-4E47-451D-B756-AA8E7D3ACB4B}"/>
              </a:ext>
            </a:extLst>
          </p:cNvPr>
          <p:cNvSpPr txBox="1">
            <a:spLocks noGrp="true"/>
          </p:cNvSpPr>
          <p:nvPr/>
        </p:nvSpPr>
        <p:spPr>
          <a:xfrm rot="0">
            <a:off x="6123448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3" name="Footer Placeholder 4">
            <a:extLst>
              <a:ext uri="{5431AA13-6D46-4376-ADCB-C442E3196B88}">
                <a16:creationId xmlns:a16="http://schemas.microsoft.com/office/drawing/2010/main" id="{82F14166-284D-4366-9033-F73C0FA1065B}"/>
              </a:ext>
            </a:extLst>
          </p:cNvPr>
          <p:cNvSpPr txBox="1">
            <a:spLocks noGrp="true"/>
          </p:cNvSpPr>
          <p:nvPr/>
        </p:nvSpPr>
        <p:spPr>
          <a:xfrm rot="0">
            <a:off x="3124200" y="4771233"/>
            <a:ext cx="2895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ct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ct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4" name="Date Placeholder 3">
            <a:extLst>
              <a:ext uri="{496E5E99-50DA-4CE0-AE33-8EBD43C0F6E5}">
                <a16:creationId xmlns:a16="http://schemas.microsoft.com/office/drawing/2010/main" id="{28E3A2FA-5A46-4AAF-8CC0-27495AA8C711}"/>
              </a:ext>
            </a:extLst>
          </p:cNvPr>
          <p:cNvSpPr txBox="1">
            <a:spLocks noGrp="true"/>
          </p:cNvSpPr>
          <p:nvPr/>
        </p:nvSpPr>
        <p:spPr>
          <a:xfrm rot="0">
            <a:off x="894633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l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l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Date</a:t>
            </a:r>
            <a:endParaRPr dirty="0" lang="en-US"/>
          </a:p>
        </p:txBody>
      </p:sp>
      <p:sp>
        <p:nvSpPr>
          <p:cNvPr hidden="true" id="5" name="Slide Number Placeholder 5">
            <a:extLst>
              <a:ext uri="{34319604-1D85-4528-82D8-BEF85B977C7B}">
                <a16:creationId xmlns:a16="http://schemas.microsoft.com/office/drawing/2010/main" id="{F36A3673-9AFF-4265-A121-60F94B1DCDF0}"/>
              </a:ext>
            </a:extLst>
          </p:cNvPr>
          <p:cNvSpPr txBox="1">
            <a:spLocks noGrp="true"/>
          </p:cNvSpPr>
          <p:nvPr/>
        </p:nvSpPr>
        <p:spPr>
          <a:xfrm rot="0">
            <a:off x="6123448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6" name="Footer Placeholder 4">
            <a:extLst>
              <a:ext uri="{CBD193DC-24DF-4525-8708-4B77BDFD1005}">
                <a16:creationId xmlns:a16="http://schemas.microsoft.com/office/drawing/2010/main" id="{B191704C-0354-4D5F-9BF8-C0856ACD4077}"/>
              </a:ext>
            </a:extLst>
          </p:cNvPr>
          <p:cNvSpPr txBox="1">
            <a:spLocks noGrp="true"/>
          </p:cNvSpPr>
          <p:nvPr/>
        </p:nvSpPr>
        <p:spPr>
          <a:xfrm rot="0">
            <a:off x="3124200" y="4771233"/>
            <a:ext cx="2895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ct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ct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7" name="Date Placeholder 3">
            <a:extLst>
              <a:ext uri="{7A41784B-6347-4FB3-9BDC-3702DC067B24}">
                <a16:creationId xmlns:a16="http://schemas.microsoft.com/office/drawing/2010/main" id="{3ED7F54D-64D1-4A16-AE7D-2146AD4F2C68}"/>
              </a:ext>
            </a:extLst>
          </p:cNvPr>
          <p:cNvSpPr txBox="1">
            <a:spLocks noGrp="true"/>
          </p:cNvSpPr>
          <p:nvPr/>
        </p:nvSpPr>
        <p:spPr>
          <a:xfrm rot="0">
            <a:off x="894633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l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l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Date</a:t>
            </a:r>
            <a:endParaRPr dirty="0" lang="en-US"/>
          </a:p>
        </p:txBody>
      </p:sp>
      <p:sp>
        <p:nvSpPr>
          <p:cNvPr hidden="true" id="8" name="Slide Number Placeholder 5">
            <a:extLst>
              <a:ext uri="{38197DCD-106D-425B-BF81-773268D9F14F}">
                <a16:creationId xmlns:a16="http://schemas.microsoft.com/office/drawing/2010/main" id="{24048DA9-6AA7-4877-8419-907A5F69692F}"/>
              </a:ext>
            </a:extLst>
          </p:cNvPr>
          <p:cNvSpPr txBox="1">
            <a:spLocks noGrp="true"/>
          </p:cNvSpPr>
          <p:nvPr/>
        </p:nvSpPr>
        <p:spPr>
          <a:xfrm rot="0">
            <a:off x="6123448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9" name="Footer Placeholder 4">
            <a:extLst>
              <a:ext uri="{BF1547C9-2111-476F-A509-41603A4AD5D3}">
                <a16:creationId xmlns:a16="http://schemas.microsoft.com/office/drawing/2010/main" id="{AD2C0C9E-9335-4163-9D32-958562B87E07}"/>
              </a:ext>
            </a:extLst>
          </p:cNvPr>
          <p:cNvSpPr txBox="1">
            <a:spLocks noGrp="true"/>
          </p:cNvSpPr>
          <p:nvPr/>
        </p:nvSpPr>
        <p:spPr>
          <a:xfrm rot="0">
            <a:off x="3124200" y="4771233"/>
            <a:ext cx="2895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ct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ct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10" name="Date Placeholder 3">
            <a:extLst>
              <a:ext uri="{C937948D-BF67-48DF-A1BA-1CCF038D1765}">
                <a16:creationId xmlns:a16="http://schemas.microsoft.com/office/drawing/2010/main" id="{B1597BBF-BE7C-428E-81E3-04FF10295D35}"/>
              </a:ext>
            </a:extLst>
          </p:cNvPr>
          <p:cNvSpPr txBox="1">
            <a:spLocks noGrp="true"/>
          </p:cNvSpPr>
          <p:nvPr/>
        </p:nvSpPr>
        <p:spPr>
          <a:xfrm rot="0">
            <a:off x="894633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l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l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Date</a:t>
            </a:r>
            <a:endParaRPr dirty="0" lang="en-US"/>
          </a:p>
        </p:txBody>
      </p:sp>
      <p:sp>
        <p:nvSpPr>
          <p:cNvPr id="11" name="Title Placeholder 1">
            <a:extLst>
              <a:ext uri="{DD3974F6-330B-4D0E-BB8F-A76DE771CE11}">
                <a16:creationId xmlns:a16="http://schemas.microsoft.com/office/drawing/2010/main" id="{CF0F84DD-7AF8-494B-99DA-F150563854A0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349045"/>
            <a:ext cx="7620000" cy="857250"/>
          </a:xfrm>
          <a:prstGeom prst="rect">
            <a:avLst/>
          </a:prstGeom>
        </p:spPr>
        <p:txBody>
          <a:bodyPr anchor="b" bIns="45720" lIns="91440" rIns="91440" rtlCol="0" tIns="45720">
            <a:noAutofit/>
          </a:bodyPr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12" name="Text Placeholder 2">
            <a:extLst>
              <a:ext uri="{2D16AC04-E1FD-4584-9F58-E7563ACB762F}">
                <a16:creationId xmlns:a16="http://schemas.microsoft.com/office/drawing/2010/main" id="{C3B8F624-3CA7-4B52-AD5E-6C9E5DB4C42B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428750"/>
            <a:ext cx="7620000" cy="3048000"/>
          </a:xfrm>
          <a:prstGeom prst="rect">
            <a:avLst/>
          </a:prstGeom>
        </p:spPr>
        <p:txBody>
          <a:bodyPr bIns="45720" lIns="91440" rIns="91440" rtlCol="0" tIns="93600">
            <a:normAutofit fontScale="100000" lnSpcReduction="0"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false" id="13" name="Slide Number Placeholder 5">
            <a:extLst>
              <a:ext uri="{50894B78-0AAD-4F58-BE4F-DB624E928D31}">
                <a16:creationId xmlns:a16="http://schemas.microsoft.com/office/drawing/2010/main" id="{DC417619-D96C-4350-8045-D3B86D06AD59}"/>
              </a:ext>
            </a:extLst>
          </p:cNvPr>
          <p:cNvSpPr>
            <a:spLocks noGrp="true"/>
          </p:cNvSpPr>
          <p:nvPr>
            <p:ph idx="4" sz="quarter" type="sldNum"/>
          </p:nvPr>
        </p:nvSpPr>
        <p:spPr>
          <a:xfrm rot="0">
            <a:off x="7767815" y="4695033"/>
            <a:ext cx="613018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false" id="14" name="Footer Placeholder 4">
            <a:extLst>
              <a:ext uri="{95037DD0-AD19-4E24-A1FB-46A47B87FF2A}">
                <a16:creationId xmlns:a16="http://schemas.microsoft.com/office/drawing/2010/main" id="{ADCD4ADA-D9A3-4DC1-9576-100DB28348D8}"/>
              </a:ext>
            </a:extLst>
          </p:cNvPr>
          <p:cNvSpPr>
            <a:spLocks noGrp="true"/>
          </p:cNvSpPr>
          <p:nvPr>
            <p:ph idx="3" sz="quarter" type="ftr"/>
          </p:nvPr>
        </p:nvSpPr>
        <p:spPr>
          <a:xfrm rot="0">
            <a:off x="2495550" y="468630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false" id="15" name="Date Placeholder 3">
            <a:extLst>
              <a:ext uri="{B0BA15B0-6055-423C-9FE9-B1E575D8B8F6}">
                <a16:creationId xmlns:a16="http://schemas.microsoft.com/office/drawing/2010/main" id="{DD06C442-4486-405A-9A95-0C18FA33DAB2}"/>
              </a:ext>
            </a:extLst>
          </p:cNvPr>
          <p:cNvSpPr>
            <a:spLocks noGrp="true"/>
          </p:cNvSpPr>
          <p:nvPr>
            <p:ph idx="2" sz="half" type="dt"/>
          </p:nvPr>
        </p:nvSpPr>
        <p:spPr>
          <a:xfrm rot="0">
            <a:off x="762000" y="4695033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sldNum="0"/>
  <p:txStyles>
    <p:titleStyle>
      <a:lvl1pPr algn="l" lvl="0" rtl="false">
        <a:lnSpc>
          <a:spcPct val="100000"/>
        </a:lnSpc>
        <a:spcBef>
          <a:spcPct val="0"/>
        </a:spcBef>
        <a:buNone/>
        <a:defRPr b="1" dirty="0" i="0" lang="en-US" sz="3200">
          <a:solidFill>
            <a:schemeClr val="tx1"/>
          </a:solidFill>
          <a:latin typeface="+mj-lt"/>
        </a:defRPr>
      </a:lvl1pPr>
    </p:titleStyle>
    <p:bodyStyle>
      <a:lvl1pPr algn="l" indent="-342900" lvl="0" marL="342900" rtl="false">
        <a:spcBef>
          <a:spcPts val="1200"/>
        </a:spcBef>
        <a:buClr>
          <a:schemeClr val="accent1"/>
        </a:buClr>
        <a:buFont typeface="Arial"/>
        <a:buChar char="•"/>
        <a:defRPr b="0" dirty="0" i="0" lang="en-US" sz="1600">
          <a:solidFill>
            <a:schemeClr val="tx1"/>
          </a:solidFill>
          <a:latin typeface="+mn-lt"/>
        </a:defRPr>
      </a:lvl1pPr>
      <a:lvl2pPr algn="l" indent="-285750" lvl="1" marL="74295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1400">
          <a:solidFill>
            <a:schemeClr val="bg1">
              <a:lumMod val="50000"/>
            </a:schemeClr>
          </a:solidFill>
          <a:latin typeface="+mn-lt"/>
        </a:defRPr>
      </a:lvl2pPr>
      <a:lvl3pPr algn="l" indent="-228600" lvl="2" marL="114300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1200">
          <a:solidFill>
            <a:schemeClr val="bg1">
              <a:lumMod val="50000"/>
            </a:schemeClr>
          </a:solidFill>
          <a:latin typeface="+mn-lt"/>
        </a:defRPr>
      </a:lvl3pPr>
      <a:lvl4pPr algn="l" indent="-228600" lvl="3" marL="160020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1000">
          <a:solidFill>
            <a:schemeClr val="bg1">
              <a:lumMod val="50000"/>
            </a:schemeClr>
          </a:solidFill>
          <a:latin typeface="+mn-lt"/>
        </a:defRPr>
      </a:lvl4pPr>
      <a:lvl5pPr algn="l" indent="-228600" lvl="4" marL="205740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5pPr>
      <a:lvl6pPr algn="l" indent="-228600" lvl="5" marL="25146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6pPr>
      <a:lvl7pPr algn="l" indent="-228600" lvl="6" marL="29718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7pPr>
      <a:lvl8pPr algn="l" indent="-228600" lvl="7" marL="34290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8pPr>
      <a:lvl9pPr algn="l" indent="-228600" lvl="8" marL="38862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9pPr>
    </p:bodyStyle>
    <p:otherStyle>
      <a:lvl1pPr algn="l" lvl="0" marL="0" rtl="false">
        <a:defRPr dirty="0" lang="en-US" sz="1800">
          <a:solidFill>
            <a:schemeClr val="tx1"/>
          </a:solidFill>
          <a:latin typeface="+mn-lt"/>
        </a:defRPr>
      </a:lvl1pPr>
      <a:lvl2pPr algn="l" lvl="1" marL="457200" rtl="false">
        <a:defRPr dirty="0" lang="en-US" sz="1800">
          <a:solidFill>
            <a:schemeClr val="tx1"/>
          </a:solidFill>
          <a:latin typeface="+mn-lt"/>
        </a:defRPr>
      </a:lvl2pPr>
      <a:lvl3pPr algn="l" lvl="2" marL="914400" rtl="false">
        <a:defRPr dirty="0" lang="en-US" sz="1800">
          <a:solidFill>
            <a:schemeClr val="tx1"/>
          </a:solidFill>
          <a:latin typeface="+mn-lt"/>
        </a:defRPr>
      </a:lvl3pPr>
      <a:lvl4pPr algn="l" lvl="3" marL="1371600" rtl="false">
        <a:defRPr dirty="0" lang="en-US" sz="1800">
          <a:solidFill>
            <a:schemeClr val="tx1"/>
          </a:solidFill>
          <a:latin typeface="+mn-lt"/>
        </a:defRPr>
      </a:lvl4pPr>
      <a:lvl5pPr algn="l" lvl="4" marL="1828800" rtl="false">
        <a:defRPr dirty="0" lang="en-US" sz="1800">
          <a:solidFill>
            <a:schemeClr val="tx1"/>
          </a:solidFill>
          <a:latin typeface="+mn-lt"/>
        </a:defRPr>
      </a:lvl5pPr>
      <a:lvl6pPr algn="l" lvl="5" marL="2286000" rtl="false">
        <a:defRPr dirty="0" lang="en-US" sz="1800">
          <a:solidFill>
            <a:schemeClr val="tx1"/>
          </a:solidFill>
          <a:latin typeface="+mn-lt"/>
        </a:defRPr>
      </a:lvl6pPr>
      <a:lvl7pPr algn="l" lvl="6" marL="2743200" rtl="false">
        <a:defRPr dirty="0" lang="en-US" sz="1800">
          <a:solidFill>
            <a:schemeClr val="tx1"/>
          </a:solidFill>
          <a:latin typeface="+mn-lt"/>
        </a:defRPr>
      </a:lvl7pPr>
      <a:lvl8pPr algn="l" lvl="7" marL="3200400" rtl="false">
        <a:defRPr dirty="0" lang="en-US" sz="1800">
          <a:solidFill>
            <a:schemeClr val="tx1"/>
          </a:solidFill>
          <a:latin typeface="+mn-lt"/>
        </a:defRPr>
      </a:lvl8pPr>
      <a:lvl9pPr algn="l" lvl="8" marL="3657600" rtl="false">
        <a:defRPr dirty="0" lang="en-US" sz="18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2" Target="../media/image5.png" Type="http://schemas.openxmlformats.org/officeDocument/2006/relationships/image"/><Relationship Id="rId3" Target="../media/image8.png" Type="http://schemas.openxmlformats.org/officeDocument/2006/relationships/image"/><Relationship Id="rId1" Target="../slideLayouts/slideLayout1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2" Target="https://www.manageengine.com/appcreator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B086E599-C8EF-46E7-AE0E-02DB3D54B561}">
                <a16:creationId xmlns:a16="http://schemas.microsoft.com/office/drawing/2010/main" id="{9A391171-12A6-4BE1-B12B-349711CE3464}"/>
              </a:ext>
            </a:extLst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0" y="0"/>
            <a:ext cx="9144000" cy="5143500"/>
          </a:xfrm>
          <a:prstGeom prst="rect">
            <a:avLst/>
          </a:prstGeom>
          <a:noFill/>
        </p:spPr>
      </p:pic>
      <p:sp>
        <p:nvSpPr>
          <p:cNvPr id="3" name="Title 1">
            <a:extLst>
              <a:ext uri="{287A1D81-B5FE-4E9F-B1D2-8D8E179DCC53}">
                <a16:creationId xmlns:a16="http://schemas.microsoft.com/office/drawing/2010/main" id="{96369CC4-0961-4543-814B-D46FF904C135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46693" y="2004974"/>
            <a:ext cx="7792354" cy="776706"/>
          </a:xfrm>
        </p:spPr>
        <p:txBody>
          <a:bodyPr rtlCol="0"/>
          <a:lstStyle/>
          <a:p>
            <a:pPr algn="ctr"/>
            <a:r>
              <a:rPr b="1" dirty="0" lang="en-US" sz="2800">
                <a:latin typeface="Zoho Puvi-heavy"/>
              </a:rPr>
              <a:t>P</a:t>
            </a:r>
            <a:r>
              <a:rPr b="1" dirty="0" lang="en-US" sz="2800">
                <a:latin typeface="Zoho Puvi-heavy"/>
              </a:rPr>
              <a:t>roduct Overview</a:t>
            </a:r>
            <a:br>
              <a:rPr b="1" dirty="0" lang="en-US" sz="2800">
                <a:latin typeface="Zoho Puvi-heavy"/>
              </a:rPr>
            </a:br>
            <a:r>
              <a:rPr b="1" dirty="0" lang="en-US" sz="2800">
                <a:latin typeface="Zoho Puvi-heavy"/>
              </a:rPr>
              <a:t>Low-code app development</a:t>
            </a:r>
            <a:endParaRPr b="1" dirty="0" lang="en-US" sz="2800">
              <a:latin typeface="Zoho Puvi-heavy"/>
            </a:endParaRPr>
          </a:p>
        </p:txBody>
      </p:sp>
      <p:pic>
        <p:nvPicPr>
          <p:cNvPr id="4" name="">
            <a:extLst>
              <a:ext uri="{90F28F76-5241-4767-9861-9824DA241C7B}">
                <a16:creationId xmlns:a16="http://schemas.microsoft.com/office/drawing/2010/main" id="{1EA9EFDA-D395-49EE-BFCF-E002ED821CF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 flipH="false" flipV="false" rot="0">
            <a:off x="3549662" y="1477041"/>
            <a:ext cx="2044684" cy="360778"/>
          </a:xfrm>
          <a:prstGeom prst="rect">
            <a:avLst/>
          </a:prstGeom>
          <a:noFill/>
        </p:spPr>
      </p:pic>
    </p:spTree>
    <p:extLst>
      <p:ext uri="{FDD8567A-3B6F-4F9D-9802-DF6155F1DAA2}">
        <p14:creationId xmlns:p14="http://schemas.microsoft.com/office/powerpoint/2010/main" val="1734961983732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A9003EA6-5015-47F1-93D5-DCD4B04FC6B5}">
                <a16:creationId xmlns:a16="http://schemas.microsoft.com/office/drawing/2010/main" id="{A2AC5C2E-1ADD-485F-AA64-1E0A4DCA7E1D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210608" y="1600962"/>
            <a:ext cx="7620000" cy="857250"/>
          </a:xfrm>
          <a:prstGeom prst="rect">
            <a:avLst/>
          </a:prstGeom>
        </p:spPr>
        <p:txBody>
          <a:bodyPr rtlCol="0"/>
          <a:lstStyle/>
          <a:p>
            <a:pPr/>
            <a:r>
              <a:rPr b="1" dirty="0" lang="en-US" sz="2400">
                <a:solidFill>
                  <a:srgbClr val="ffc000"/>
                </a:solidFill>
                <a:latin typeface="Zoho Puvi-black"/>
              </a:rPr>
              <a:t>Low-code app</a:t>
            </a:r>
          </a:p>
          <a:p>
            <a:pPr/>
            <a:r>
              <a:rPr b="1" dirty="0" lang="en-US" sz="2400">
                <a:solidFill>
                  <a:srgbClr val="ffc000"/>
                </a:solidFill>
                <a:latin typeface="Zoho Puvi-black"/>
              </a:rPr>
              <a:t>development</a:t>
            </a:r>
            <a:endParaRPr b="1" dirty="0" lang="en-US" sz="2400">
              <a:solidFill>
                <a:srgbClr val="ffc000"/>
              </a:solidFill>
              <a:latin typeface="Zoho Puvi-black"/>
            </a:endParaRPr>
          </a:p>
        </p:txBody>
      </p:sp>
      <p:sp>
        <p:nvSpPr>
          <p:cNvPr id="3" name="Content Placeholder 2">
            <a:extLst>
              <a:ext uri="{9C6709A9-8166-48C9-B9A4-5C3F175F2F3B}">
                <a16:creationId xmlns:a16="http://schemas.microsoft.com/office/drawing/2010/main" id="{3274985E-C679-464D-980E-BC52D8FD75F1}"/>
              </a:ext>
            </a:extLst>
          </p:cNvPr>
          <p:cNvSpPr>
            <a:spLocks noGrp="true"/>
          </p:cNvSpPr>
          <p:nvPr>
            <p:ph/>
          </p:nvPr>
        </p:nvSpPr>
        <p:spPr>
          <a:xfrm rot="0">
            <a:off x="4809163" y="1899561"/>
            <a:ext cx="3154908" cy="823474"/>
          </a:xfrm>
          <a:prstGeom prst="rect">
            <a:avLst/>
          </a:prstGeom>
        </p:spPr>
        <p:txBody>
          <a:bodyPr rtlCol="0">
            <a:normAutofit fontScale="100000" lnSpcReduction="0"/>
          </a:bodyPr>
          <a:lstStyle/>
          <a:p>
            <a:pPr indent="0" marL="0">
              <a:buNone/>
            </a:pPr>
            <a:r>
              <a:rPr b="1" dirty="0" lang="en-US" sz="1600" u="none">
                <a:solidFill>
                  <a:srgbClr val="00b0f0"/>
                </a:solidFill>
                <a:latin typeface="Zoho Puvi-heavy"/>
              </a:rPr>
              <a:t>Custom solution builder</a:t>
            </a:r>
            <a:br>
              <a:rPr b="1" dirty="0" lang="en-US" sz="1600" u="none">
                <a:solidFill>
                  <a:schemeClr val="bg1"/>
                </a:solidFill>
                <a:latin typeface="Zoho Puvi"/>
              </a:rPr>
            </a:br>
            <a:r>
              <a:rPr b="0" dirty="0" lang="en-US" sz="1400" u="none">
                <a:solidFill>
                  <a:schemeClr val="bg1"/>
                </a:solidFill>
                <a:latin typeface="Zoho Puvi"/>
              </a:rPr>
              <a:t>Build tailor-made apps to automate operations at your organization</a:t>
            </a:r>
            <a:endParaRPr b="0" dirty="0" lang="en-US" sz="1400" u="none">
              <a:solidFill>
                <a:schemeClr val="bg1"/>
              </a:solidFill>
              <a:latin typeface="Zoho Puvi"/>
            </a:endParaRPr>
          </a:p>
        </p:txBody>
      </p:sp>
      <p:sp>
        <p:nvSpPr>
          <p:cNvPr id="4" name="">
            <a:extLst>
              <a:ext uri="{F436F0A9-6F28-42CC-990A-9289EA90FCE9}">
                <a16:creationId xmlns:a16="http://schemas.microsoft.com/office/drawing/2010/main" id="{3791036B-F892-4667-9B3E-AFC8A0D29ECD}"/>
              </a:ext>
            </a:extLst>
          </p:cNvPr>
          <p:cNvSpPr txBox="1"/>
          <p:nvPr/>
        </p:nvSpPr>
        <p:spPr>
          <a:xfrm flipH="false" flipV="false" rot="0">
            <a:off x="1210608" y="2434256"/>
            <a:ext cx="2414711" cy="735158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b="0" dirty="0" i="0" lang="en-US" sz="1400" u="none">
                <a:solidFill>
                  <a:schemeClr val="bg1"/>
                </a:solidFill>
                <a:latin typeface="Zoho Puvi"/>
              </a:rPr>
              <a:t>Build powerful custom applications rapidly and launch them on-premises</a:t>
            </a:r>
            <a:endParaRPr b="0" dirty="0" i="0" lang="en-US" sz="1400" u="none">
              <a:solidFill>
                <a:schemeClr val="bg1"/>
              </a:solidFill>
              <a:latin typeface="Zoho Puvi"/>
            </a:endParaRPr>
          </a:p>
        </p:txBody>
      </p:sp>
    </p:spTree>
    <p:extLst>
      <p:ext uri="{13E1F91E-E9FA-4ED1-8BC8-F08435AC3F9F}">
        <p14:creationId xmlns:p14="http://schemas.microsoft.com/office/powerpoint/2010/main" val="1734961983732"/>
      </p:ext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E6BB73AD-3B9F-4EC3-B4AD-B3A8213A3E2D}">
                <a16:creationId xmlns:a16="http://schemas.microsoft.com/office/drawing/2010/main" id="{25E1D678-7792-4418-B390-FFB6A16DE160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7595" y="2527525"/>
            <a:ext cx="7620000" cy="474983"/>
          </a:xfrm>
          <a:prstGeom prst="rect">
            <a:avLst/>
          </a:prstGeom>
        </p:spPr>
        <p:txBody>
          <a:bodyPr rtlCol="0"/>
          <a:lstStyle/>
          <a:p>
            <a:pPr/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Custom </a:t>
            </a:r>
          </a:p>
          <a:p>
            <a:pPr/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solutions </a:t>
            </a:r>
          </a:p>
          <a:p>
            <a:pPr/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builder </a:t>
            </a:r>
            <a:endParaRPr b="1" dirty="0" lang="en-US" sz="2400" u="none">
              <a:solidFill>
                <a:schemeClr val="tx1"/>
              </a:solidFill>
              <a:latin typeface="Zoho Puvi-heavy"/>
            </a:endParaRPr>
          </a:p>
        </p:txBody>
      </p:sp>
      <p:sp>
        <p:nvSpPr>
          <p:cNvPr id="3" name="Content Placeholder 2">
            <a:extLst>
              <a:ext uri="{E40D3E8B-9ED6-4397-B9AD-C50634C09FEF}">
                <a16:creationId xmlns:a16="http://schemas.microsoft.com/office/drawing/2010/main" id="{FA5F72BC-21D3-48A7-8D91-58299A9AE718}"/>
              </a:ext>
            </a:extLst>
          </p:cNvPr>
          <p:cNvSpPr>
            <a:spLocks noGrp="true"/>
          </p:cNvSpPr>
          <p:nvPr>
            <p:ph/>
          </p:nvPr>
        </p:nvSpPr>
        <p:spPr>
          <a:xfrm rot="0">
            <a:off x="4457700" y="1640662"/>
            <a:ext cx="3010747" cy="1764239"/>
          </a:xfrm>
          <a:prstGeom prst="rect">
            <a:avLst/>
          </a:prstGeom>
        </p:spPr>
        <p:txBody>
          <a:bodyPr rtlCol="0">
            <a:normAutofit fontScale="100000" lnSpcReduction="0"/>
          </a:bodyPr>
          <a:lstStyle/>
          <a:p>
            <a:pPr>
              <a:buClr>
                <a:schemeClr val="tx1"/>
              </a:buClr>
            </a:pPr>
            <a:r>
              <a:rPr b="1" dirty="0" err="1" i="0" lang="en-US" sz="1400">
                <a:latin typeface="Zoho Puvi"/>
              </a:rPr>
              <a:t>AppCreator</a:t>
            </a:r>
            <a:r>
              <a:rPr b="1" dirty="0" i="0" lang="en-US" sz="1400">
                <a:latin typeface="Zoho Puvi"/>
              </a:rPr>
              <a:t>: </a:t>
            </a:r>
            <a:r>
              <a:rPr b="0" dirty="0" i="0" lang="en-US" sz="1400">
                <a:latin typeface="Zoho Puvi"/>
              </a:rPr>
              <a:t>Advanced low-code platform to build powerful applications  </a:t>
            </a:r>
          </a:p>
          <a:p>
            <a:pPr indent="0" marL="0">
              <a:buClr>
                <a:schemeClr val="tx1"/>
              </a:buClr>
              <a:buNone/>
            </a:pPr>
            <a:r>
              <a:rPr b="0" dirty="0" i="0" lang="en-US" sz="1400">
                <a:latin typeface="Zoho Puvi"/>
              </a:rPr>
              <a:t/>
            </a:r>
            <a:endParaRPr b="0" dirty="0" i="0" lang="en-US" sz="1400">
              <a:latin typeface="Zoho Puvi"/>
            </a:endParaRPr>
          </a:p>
        </p:txBody>
      </p:sp>
    </p:spTree>
    <p:extLst>
      <p:ext uri="{5BF0F1DF-E1DD-440E-BD05-814887F8DA97}">
        <p14:creationId xmlns:p14="http://schemas.microsoft.com/office/powerpoint/2010/main" val="1734961983733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CE2A851D-1F4A-4BE3-9210-C102E5BA135D}">
                <a16:creationId xmlns:a16="http://schemas.microsoft.com/office/drawing/2010/main" id="{043BB34C-40BA-408C-85A6-8C50523DC9E0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8700" y="730043"/>
            <a:ext cx="7620000" cy="857250"/>
          </a:xfrm>
        </p:spPr>
        <p:txBody>
          <a:bodyPr rtlCol="0"/>
          <a:lstStyle/>
          <a:p>
            <a:pPr/>
            <a:r>
              <a:rPr b="1" dirty="0" err="1" lang="en-US" sz="2400">
                <a:solidFill>
                  <a:srgbClr val="0070c0"/>
                </a:solidFill>
                <a:latin typeface="Zoho Puvi-heavy"/>
              </a:rPr>
              <a:t>AppCreator</a:t>
            </a:r>
          </a:p>
          <a:p>
            <a:pPr/>
            <a:r>
              <a:rPr b="1" dirty="0" i="0" lang="en-US" sz="1400">
                <a:latin typeface="Zoho Puvi"/>
              </a:rPr>
              <a:t>Advanced low-code platform to build powerful applications  </a:t>
            </a:r>
          </a:p>
          <a:p>
            <a:pPr/>
            <a:r>
              <a:rPr b="1" dirty="0" lang="en-US" sz="1400">
                <a:solidFill>
                  <a:schemeClr val="accent6"/>
                </a:solidFill>
                <a:latin typeface="Zoho Puvi"/>
              </a:rPr>
              <a:t>(</a:t>
            </a:r>
            <a:r>
              <a:rPr b="1" dirty="0" lang="en-US" sz="1400">
                <a:solidFill>
                  <a:schemeClr val="accent6"/>
                </a:solidFill>
                <a:latin typeface="Zoho Puvi"/>
                <a:hlinkClick r:id="rId2"/>
              </a:rPr>
              <a:t>On-premises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)</a:t>
            </a:r>
            <a:endParaRPr b="1" dirty="0" lang="en-US" sz="1400">
              <a:solidFill>
                <a:schemeClr val="accent6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665DB9F2-9EAB-4E33-A8D8-F5756D002F66}">
                <a16:creationId xmlns:a16="http://schemas.microsoft.com/office/drawing/2010/main" id="{B4370E6F-B8E0-4583-8066-EE3ADE39FCFF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28700" y="1561795"/>
            <a:ext cx="3371669" cy="3048000"/>
          </a:xfrm>
        </p:spPr>
        <p:txBody>
          <a:bodyPr rtlCol="0">
            <a:noAutofit/>
          </a:bodyPr>
          <a:lstStyle/>
          <a:p>
            <a:pPr>
              <a:lnSpc>
                <a:spcPct val="85000"/>
              </a:lnSpc>
              <a:buClr>
                <a:schemeClr val="tx1"/>
              </a:buClr>
            </a:pPr>
            <a:r>
              <a:rPr dirty="0" lang="en-US" sz="1400">
                <a:latin typeface="Roboto"/>
              </a:rPr>
              <a:t>Drag-and-drop app builder</a:t>
            </a:r>
          </a:p>
          <a:p>
            <a:pPr>
              <a:lnSpc>
                <a:spcPct val="85000"/>
              </a:lnSpc>
              <a:buClr>
                <a:schemeClr val="tx1"/>
              </a:buClr>
            </a:pPr>
            <a:r>
              <a:rPr dirty="0" lang="en-US" sz="1400">
                <a:latin typeface="Roboto"/>
              </a:rPr>
              <a:t>Point-and-click workflow automation</a:t>
            </a:r>
          </a:p>
          <a:p>
            <a:pPr>
              <a:lnSpc>
                <a:spcPct val="85000"/>
              </a:lnSpc>
              <a:buClr>
                <a:schemeClr val="tx1"/>
              </a:buClr>
            </a:pPr>
            <a:r>
              <a:rPr dirty="0" lang="en-US" sz="1400">
                <a:latin typeface="Roboto"/>
              </a:rPr>
              <a:t>Advanced auditing and granular role-based access</a:t>
            </a:r>
          </a:p>
          <a:p>
            <a:pPr>
              <a:lnSpc>
                <a:spcPct val="85000"/>
              </a:lnSpc>
              <a:buClr>
                <a:schemeClr val="tx1"/>
              </a:buClr>
            </a:pPr>
            <a:r>
              <a:rPr dirty="0" lang="en-US" sz="1400">
                <a:latin typeface="Roboto"/>
              </a:rPr>
              <a:t>Custom Online portals</a:t>
            </a:r>
          </a:p>
          <a:p>
            <a:pPr>
              <a:lnSpc>
                <a:spcPct val="85000"/>
              </a:lnSpc>
              <a:buClr>
                <a:schemeClr val="tx1"/>
              </a:buClr>
            </a:pPr>
            <a:r>
              <a:rPr dirty="0" lang="en-US" sz="1400">
                <a:latin typeface="Roboto"/>
              </a:rPr>
              <a:t>Sandbox environment</a:t>
            </a:r>
          </a:p>
          <a:p>
            <a:pPr>
              <a:lnSpc>
                <a:spcPct val="85000"/>
              </a:lnSpc>
              <a:buClr>
                <a:schemeClr val="tx1"/>
              </a:buClr>
            </a:pPr>
            <a:r>
              <a:rPr dirty="0" lang="en-US" sz="1400">
                <a:latin typeface="Roboto"/>
              </a:rPr>
              <a:t>Multi-device apps</a:t>
            </a:r>
          </a:p>
          <a:p>
            <a:pPr>
              <a:lnSpc>
                <a:spcPct val="85000"/>
              </a:lnSpc>
              <a:buClr>
                <a:schemeClr val="tx1"/>
              </a:buClr>
            </a:pPr>
            <a:r>
              <a:rPr dirty="0" lang="en-US" sz="1400">
                <a:latin typeface="Roboto"/>
              </a:rPr>
              <a:t>Build advanced dashboards by drag-and-drop</a:t>
            </a:r>
            <a:endParaRPr dirty="0" lang="en-US" sz="1400">
              <a:latin typeface="Roboto"/>
            </a:endParaRPr>
          </a:p>
        </p:txBody>
      </p:sp>
      <p:sp>
        <p:nvSpPr>
          <p:cNvPr hidden="false" id="4" name="">
            <a:extLst>
              <a:ext uri="{1B9276C3-B1BB-4462-8473-2F956FF0F9A6}">
                <a16:creationId xmlns:a16="http://schemas.microsoft.com/office/drawing/2010/main" id="{380F16A9-76DF-485B-B407-6D2127EC843C}"/>
              </a:ext>
            </a:extLst>
          </p:cNvPr>
          <p:cNvSpPr txBox="1">
            <a:spLocks noGrp="true"/>
          </p:cNvSpPr>
          <p:nvPr/>
        </p:nvSpPr>
        <p:spPr>
          <a:xfrm rot="0">
            <a:off x="4738316" y="1587293"/>
            <a:ext cx="3371669" cy="3048000"/>
          </a:xfrm>
          <a:prstGeom prst="rect">
            <a:avLst/>
          </a:prstGeom>
          <a:ln w="0">
            <a:noFill/>
            <a:round/>
          </a:ln>
          <a:effectLst/>
        </p:spPr>
        <p:txBody>
          <a:bodyPr anchor="t" bIns="45720" lIns="91440" numCol="1" rIns="91440" rtlCol="0" spcCol="0" tIns="93600">
            <a:noAutofit/>
          </a:bodyPr>
          <a:lstStyle>
            <a:lvl1pPr algn="l" indent="-342900" lvl="0" marL="342900" rtl="false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 typeface="Arial"/>
              <a:buChar char="•"/>
              <a:defRPr b="0" dirty="0" i="0" lang="en-US" sz="1600">
                <a:solidFill>
                  <a:schemeClr val="tx1"/>
                </a:solidFill>
                <a:latin typeface="Zoho Puvi"/>
              </a:defRPr>
            </a:lvl1pPr>
            <a:lvl2pPr algn="l" indent="-285750" lvl="1" marL="742950" rtl="fals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Font typeface="Arial"/>
              <a:buChar char="-"/>
              <a:defRPr b="0" dirty="0" i="0" lang="en-US" sz="1400">
                <a:solidFill>
                  <a:schemeClr val="bg1">
                    <a:lumMod val="50000"/>
                  </a:schemeClr>
                </a:solidFill>
                <a:latin typeface="Zoho Puvi"/>
              </a:defRPr>
            </a:lvl2pPr>
            <a:lvl3pPr algn="l" indent="-228600" lvl="2" marL="1143000" rtl="fals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Font typeface="Arial"/>
              <a:buChar char="-"/>
              <a:defRPr b="0" dirty="0" i="0" lang="en-US" sz="1200">
                <a:solidFill>
                  <a:schemeClr val="bg1">
                    <a:lumMod val="50000"/>
                  </a:schemeClr>
                </a:solidFill>
                <a:latin typeface="Zoho Puvi"/>
              </a:defRPr>
            </a:lvl3pPr>
            <a:lvl4pPr algn="l" indent="-228600" lvl="3" marL="1600200" rtl="fals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Font typeface="Arial"/>
              <a:buChar char="-"/>
              <a:defRPr b="0" dirty="0" i="0" lang="en-US" sz="1000">
                <a:solidFill>
                  <a:schemeClr val="bg1">
                    <a:lumMod val="50000"/>
                  </a:schemeClr>
                </a:solidFill>
                <a:latin typeface="Zoho Puvi"/>
              </a:defRPr>
            </a:lvl4pPr>
            <a:lvl5pPr algn="l" indent="-228600" lvl="4" marL="2057400" rtl="fals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Font typeface="Arial"/>
              <a:buChar char="-"/>
              <a:defRPr b="0" dirty="0" i="0" lang="en-US" sz="900">
                <a:solidFill>
                  <a:schemeClr val="bg1">
                    <a:lumMod val="50000"/>
                  </a:schemeClr>
                </a:solidFill>
                <a:latin typeface="Zoho Puvi"/>
              </a:defRPr>
            </a:lvl5pPr>
            <a:lvl6pPr algn="l" indent="-228600" lvl="5" marL="2514600" rtl="fal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-"/>
              <a:defRPr b="0" dirty="0" i="0" lang="en-US" sz="900">
                <a:solidFill>
                  <a:schemeClr val="bg1">
                    <a:lumMod val="50000"/>
                  </a:schemeClr>
                </a:solidFill>
                <a:latin typeface="Open Sans"/>
              </a:defRPr>
            </a:lvl6pPr>
            <a:lvl7pPr algn="l" indent="-228600" lvl="6" marL="2971800" rtl="fal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-"/>
              <a:defRPr b="0" dirty="0" i="0" lang="en-US" sz="900">
                <a:solidFill>
                  <a:schemeClr val="bg1">
                    <a:lumMod val="50000"/>
                  </a:schemeClr>
                </a:solidFill>
                <a:latin typeface="Open Sans"/>
              </a:defRPr>
            </a:lvl7pPr>
            <a:lvl8pPr algn="l" indent="-228600" lvl="7" marL="3429000" rtl="fal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-"/>
              <a:defRPr b="0" dirty="0" i="0" lang="en-US" sz="900">
                <a:solidFill>
                  <a:schemeClr val="bg1">
                    <a:lumMod val="50000"/>
                  </a:schemeClr>
                </a:solidFill>
                <a:latin typeface="Open Sans"/>
              </a:defRPr>
            </a:lvl8pPr>
            <a:lvl9pPr algn="l" indent="-228600" lvl="8" marL="3886200" rtl="fal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-"/>
              <a:defRPr b="0" dirty="0" i="0" lang="en-US" sz="900">
                <a:solidFill>
                  <a:schemeClr val="bg1">
                    <a:lumMod val="50000"/>
                  </a:schemeClr>
                </a:solidFill>
                <a:latin typeface="Open Sans"/>
              </a:defRPr>
            </a:lvl9pPr>
          </a:lstStyle>
          <a:p>
            <a:pPr algn="l" indent="-342900" lvl="0" marL="342900" rtl="false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Font typeface="Arial"/>
              <a:buChar char="•"/>
            </a:pPr>
            <a:r>
              <a:rPr b="0" dirty="0" i="0" lang="en-US" sz="1400">
                <a:solidFill>
                  <a:schemeClr val="tx1"/>
                </a:solidFill>
                <a:latin typeface="Roboto"/>
              </a:rPr>
              <a:t>D</a:t>
            </a:r>
            <a:r>
              <a:rPr b="0" dirty="0" i="0" lang="en-US" sz="1400">
                <a:solidFill>
                  <a:schemeClr val="tx1"/>
                </a:solidFill>
                <a:latin typeface="Roboto"/>
              </a:rPr>
              <a:t>ata migration from existing </a:t>
            </a:r>
            <a:r>
              <a:rPr b="0" dirty="0" err="1" i="0" lang="en-US" sz="1400">
                <a:solidFill>
                  <a:schemeClr val="tx1"/>
                </a:solidFill>
                <a:latin typeface="Roboto"/>
              </a:rPr>
              <a:t>ERPs</a:t>
            </a:r>
          </a:p>
          <a:p>
            <a:pPr algn="l" indent="-342900" lvl="0" marL="342900" rtl="false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Font typeface="Arial"/>
              <a:buChar char="•"/>
            </a:pPr>
            <a:r>
              <a:rPr b="0" dirty="0" i="0" lang="en-US" sz="1400">
                <a:solidFill>
                  <a:schemeClr val="tx1"/>
                </a:solidFill>
                <a:latin typeface="Roboto"/>
              </a:rPr>
              <a:t>Build native, rebranded mobile apps</a:t>
            </a:r>
          </a:p>
          <a:p>
            <a:pPr algn="l" indent="-342900" lvl="0" marL="342900" rtl="false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Font typeface="Arial"/>
              <a:buChar char="•"/>
            </a:pPr>
            <a:r>
              <a:rPr b="0" dirty="0" i="0" lang="en-US" sz="1400">
                <a:solidFill>
                  <a:schemeClr val="tx1"/>
                </a:solidFill>
                <a:latin typeface="Roboto"/>
              </a:rPr>
              <a:t>Integrate with other </a:t>
            </a:r>
            <a:r>
              <a:rPr b="0" dirty="0" i="0" lang="en-US" sz="1400">
                <a:solidFill>
                  <a:schemeClr val="tx1"/>
                </a:solidFill>
                <a:latin typeface="Roboto"/>
              </a:rPr>
              <a:t>ManageEngine</a:t>
            </a:r>
            <a:r>
              <a:rPr b="0" dirty="0" i="0" lang="en-US" sz="1400">
                <a:solidFill>
                  <a:schemeClr val="tx1"/>
                </a:solidFill>
                <a:latin typeface="Roboto"/>
              </a:rPr>
              <a:t> products</a:t>
            </a:r>
          </a:p>
          <a:p>
            <a:pPr algn="l" indent="-342900" lvl="0" marL="342900" rtl="false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Font typeface="Arial"/>
              <a:buChar char="•"/>
            </a:pPr>
            <a:r>
              <a:rPr b="0" dirty="0" i="0" lang="en-US" sz="1400">
                <a:solidFill>
                  <a:schemeClr val="tx1"/>
                </a:solidFill>
                <a:latin typeface="Roboto"/>
              </a:rPr>
              <a:t>Automatic progressive web applications</a:t>
            </a:r>
          </a:p>
          <a:p>
            <a:pPr algn="l" indent="-342900" lvl="0" marL="342900" rtl="false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Font typeface="Arial"/>
              <a:buChar char="•"/>
            </a:pPr>
            <a:r>
              <a:rPr b="0" dirty="0" err="1" i="0" lang="en-US" sz="1400">
                <a:solidFill>
                  <a:schemeClr val="tx1"/>
                </a:solidFill>
                <a:latin typeface="Roboto"/>
              </a:rPr>
              <a:t>SAML</a:t>
            </a:r>
            <a:r>
              <a:rPr b="0" dirty="0" i="0" lang="en-US" sz="1400">
                <a:solidFill>
                  <a:schemeClr val="tx1"/>
                </a:solidFill>
                <a:latin typeface="Roboto"/>
              </a:rPr>
              <a:t> Authentication</a:t>
            </a:r>
          </a:p>
          <a:p>
            <a:pPr algn="l" indent="-342900" lvl="0" marL="342900" rtl="false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Font typeface="Arial"/>
              <a:buChar char="•"/>
            </a:pPr>
            <a:r>
              <a:rPr b="0" dirty="0" i="0" lang="en-US" sz="1400">
                <a:solidFill>
                  <a:schemeClr val="tx1"/>
                </a:solidFill>
                <a:latin typeface="Roboto"/>
              </a:rPr>
              <a:t>Blueprints: Easy business process automation </a:t>
            </a:r>
            <a:endParaRPr b="0" dirty="0" i="0" lang="en-US" sz="1400">
              <a:solidFill>
                <a:schemeClr val="tx1"/>
              </a:solidFill>
              <a:latin typeface="Roboto"/>
            </a:endParaRPr>
          </a:p>
        </p:txBody>
      </p:sp>
    </p:spTree>
    <p:extLst>
      <p:ext uri="{2DEA01B8-AC13-41FD-B553-D3DCCDA0F306}">
        <p14:creationId xmlns:p14="http://schemas.microsoft.com/office/powerpoint/2010/main" val="1734961983735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CC9B3C70-79BD-484B-BFB1-BB824EE54C09}">
                <a16:creationId xmlns:a16="http://schemas.microsoft.com/office/drawing/2010/main" id="{C12FDE41-D489-4D8F-B5A1-17FF81FFE84B}"/>
              </a:ext>
            </a:extLst>
          </p:cNvPr>
          <p:cNvPicPr>
            <a:picLocks noChangeAspect="true"/>
          </p:cNvPicPr>
          <p:nvPr/>
        </p:nvPicPr>
        <p:blipFill>
          <a:blip r:embed="rId2"/>
          <a:srcRect b="0" l="3598" r="3598" t="0"/>
          <a:stretch>
            <a:fillRect/>
          </a:stretch>
        </p:blipFill>
        <p:spPr>
          <a:xfrm flipH="false" flipV="false" rot="0">
            <a:off x="854954" y="467163"/>
            <a:ext cx="8309276" cy="4673965"/>
          </a:xfrm>
          <a:prstGeom prst="rect">
            <a:avLst/>
          </a:prstGeom>
          <a:noFill/>
        </p:spPr>
      </p:pic>
      <p:pic>
        <p:nvPicPr>
          <p:cNvPr id="3" name="">
            <a:extLst>
              <a:ext uri="{1AC09316-B7BB-42D6-B234-1C35C90081AC}">
                <a16:creationId xmlns:a16="http://schemas.microsoft.com/office/drawing/2010/main" id="{C23D02E7-96E1-4941-83C6-B883169FDD76}"/>
              </a:ext>
            </a:extLst>
          </p:cNvPr>
          <p:cNvPicPr>
            <a:picLocks noChangeAspect="true"/>
          </p:cNvPicPr>
          <p:nvPr/>
        </p:nvPicPr>
        <p:blipFill>
          <a:blip r:embed="rId3"/>
          <a:srcRect b="-512" l="0" r="0" t="-512"/>
          <a:stretch>
            <a:fillRect/>
          </a:stretch>
        </p:blipFill>
        <p:spPr>
          <a:xfrm flipH="false" flipV="false" rot="0">
            <a:off x="151771" y="1410138"/>
            <a:ext cx="2461117" cy="438340"/>
          </a:xfrm>
          <a:prstGeom prst="rect">
            <a:avLst/>
          </a:prstGeom>
          <a:noFill/>
        </p:spPr>
      </p:pic>
      <p:sp>
        <p:nvSpPr>
          <p:cNvPr id="4" name="">
            <a:extLst>
              <a:ext uri="{436E3CE9-A04B-471F-9F9D-086BF9E24211}">
                <a16:creationId xmlns:a16="http://schemas.microsoft.com/office/drawing/2010/main" id="{BA15BC79-1DCA-4360-ADBE-6DF9E83AD6D4}"/>
              </a:ext>
            </a:extLst>
          </p:cNvPr>
          <p:cNvSpPr txBox="1"/>
          <p:nvPr/>
        </p:nvSpPr>
        <p:spPr>
          <a:xfrm flipH="false" flipV="false" rot="0">
            <a:off x="151771" y="1890588"/>
            <a:ext cx="2461117" cy="30855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dirty="0" lang="en-US">
                <a:latin typeface="Open Sans-demi_bold"/>
              </a:rPr>
              <a:t>www</a:t>
            </a:r>
            <a:r>
              <a:rPr dirty="0" lang="en-US">
                <a:latin typeface="Open Sans-demi_bold"/>
              </a:rPr>
              <a:t>.manageengine.com</a:t>
            </a:r>
            <a:endParaRPr dirty="0" lang="en-US">
              <a:latin typeface="Open Sans-demi_bold"/>
            </a:endParaRPr>
          </a:p>
        </p:txBody>
      </p:sp>
    </p:spTree>
    <p:extLst>
      <p:ext uri="{6F451A0C-99A8-463E-9147-4253EAD91068}">
        <p14:creationId xmlns:p14="http://schemas.microsoft.com/office/powerpoint/2010/main" val="1734961983736"/>
      </p:ext>
    </p:extLst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LAYOUT" val="threePicAndTx"/>
</p:tagLst>
</file>

<file path=ppt/tags/tag2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LAYOUT" val="fourPic"/>
</p:tagLst>
</file>

<file path=ppt/tags/tag3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webfont7" val="Open Sans-demi_bold"/>
  <p:tag name="webfont4" val="Zoho Puvi-black"/>
  <p:tag name="webfont3" val="Zoho Puvi-heavy"/>
</p:tagLst>
</file>

<file path=ppt/theme/_rels/theme1.xml.rels><?xml version="1.0" encoding="UTF-8" standalone="no"?><Relationships xmlns="http://schemas.openxmlformats.org/package/2006/relationships"><Relationship Id="rId1" Target="../media/image1.jpeg" Type="http://schemas.openxmlformats.org/officeDocument/2006/relationships/image"/></Relationships>
</file>

<file path=ppt/theme/_rels/theme2.xml.rels><?xml version="1.0" encoding="UTF-8" standalone="no"?><Relationships xmlns="http://schemas.openxmlformats.org/package/2006/relationships"><Relationship Id="rId1" Target="../media/image1.jpeg" Type="http://schemas.openxmlformats.org/officeDocument/2006/relationships/image"/></Relationships>
</file>

<file path=ppt/theme/theme1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Whitepaper">
  <a:themeElements>
    <a:clrScheme name="Whitepaper">
      <a:dk1>
        <a:srgbClr val="000000"/>
      </a:dk1>
      <a:lt1>
        <a:srgbClr val="ffffff"/>
      </a:lt1>
      <a:dk2>
        <a:srgbClr val="171c23"/>
      </a:dk2>
      <a:lt2>
        <a:srgbClr val="f7fcfc"/>
      </a:lt2>
      <a:accent1>
        <a:srgbClr val="42c3c9"/>
      </a:accent1>
      <a:accent2>
        <a:srgbClr val="ffc94a"/>
      </a:accent2>
      <a:accent3>
        <a:srgbClr val="f2494b"/>
      </a:accent3>
      <a:accent4>
        <a:srgbClr val="ff7b43"/>
      </a:accent4>
      <a:accent5>
        <a:srgbClr val="775e9e"/>
      </a:accent5>
      <a:accent6>
        <a:srgbClr val="c1408a"/>
      </a:accent6>
      <a:hlink>
        <a:srgbClr val="2d83d8"/>
      </a:hlink>
      <a:folHlink>
        <a:srgbClr val="c1408a"/>
      </a:folHlink>
    </a:clrScheme>
    <a:fontScheme name="Whitepaper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cap="flat" w="9525">
          <a:noFill/>
          <a:prstDash val="solid"/>
        </a:ln>
        <a:ln cap="flat" w="25400">
          <a:solidFill>
            <a:schemeClr val="phClr"/>
          </a:solidFill>
          <a:prstDash val="solid"/>
        </a:ln>
        <a:ln cap="flat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blipFill dpi="0" rotWithShape="1">
          <a:blip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algn="tl" sx="100000" sy="100000" tx="0" ty="0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>
    <a:spDef>
      <a:spPr/>
      <a:bodyPr anchor="ctr" rtlCol="0"/>
      <a:lstStyle>
        <a:lvl1pPr algn="ctr" lvl="0"/>
      </a:lstStyle>
      <a:style>
        <a:lnRef idx="0"/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cap="flat" w="19050">
          <a:solidFill>
            <a:schemeClr val="accent1">
              <a:lumMod val="75000"/>
            </a:schemeClr>
          </a:solidFill>
          <a:prstDash val="solid"/>
          <a:round/>
        </a:ln>
      </a:spPr>
      <a:bodyPr anchor="ctr" rtlCol="0"/>
      <a:lstStyle>
        <a:lvl1pPr algn="ctr" lvl="0"/>
      </a:lstStyle>
    </a:lnDef>
  </a:objectDefaults>
  <a:extraClrSchemeLst/>
</a:theme>
</file>

<file path=ppt/theme/theme2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Whitepaper">
  <a:themeElements>
    <a:clrScheme name="Whitepaper">
      <a:dk1>
        <a:srgbClr val="000000"/>
      </a:dk1>
      <a:lt1>
        <a:srgbClr val="ffffff"/>
      </a:lt1>
      <a:dk2>
        <a:srgbClr val="171c23"/>
      </a:dk2>
      <a:lt2>
        <a:srgbClr val="f7fcfc"/>
      </a:lt2>
      <a:accent1>
        <a:srgbClr val="42c3c9"/>
      </a:accent1>
      <a:accent2>
        <a:srgbClr val="ffc94a"/>
      </a:accent2>
      <a:accent3>
        <a:srgbClr val="f2494b"/>
      </a:accent3>
      <a:accent4>
        <a:srgbClr val="ff7b43"/>
      </a:accent4>
      <a:accent5>
        <a:srgbClr val="775e9e"/>
      </a:accent5>
      <a:accent6>
        <a:srgbClr val="c1408a"/>
      </a:accent6>
      <a:hlink>
        <a:srgbClr val="2d83d8"/>
      </a:hlink>
      <a:folHlink>
        <a:srgbClr val="c1408a"/>
      </a:folHlink>
    </a:clrScheme>
    <a:fontScheme name="Whitepaper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cap="flat" w="9525">
          <a:noFill/>
          <a:prstDash val="solid"/>
        </a:ln>
        <a:ln cap="flat" w="25400">
          <a:solidFill>
            <a:schemeClr val="phClr"/>
          </a:solidFill>
          <a:prstDash val="solid"/>
        </a:ln>
        <a:ln cap="flat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blipFill dpi="0" rotWithShape="1">
          <a:blip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algn="tl" sx="100000" sy="100000" tx="0" ty="0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>
    <a:spDef>
      <a:spPr/>
      <a:bodyPr anchor="ctr" rtlCol="0"/>
      <a:lstStyle>
        <a:lvl1pPr algn="ctr" lvl="0"/>
      </a:lstStyle>
      <a:style>
        <a:lnRef idx="0"/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cap="flat" w="19050">
          <a:solidFill>
            <a:schemeClr val="accent1">
              <a:lumMod val="75000"/>
            </a:schemeClr>
          </a:solidFill>
          <a:prstDash val="solid"/>
          <a:round/>
        </a:ln>
      </a:spPr>
      <a:bodyPr anchor="ctr" rtlCol="0"/>
      <a:lstStyle>
        <a:lvl1pPr algn="ctr" lvl="0"/>
      </a:lstStyle>
    </a:lnDef>
  </a:objectDefaults>
  <a:extraClrSchemeLst/>
</a:theme>
</file>

<file path=docProps/app.xml><?xml version="1.0" encoding="utf-8"?>
<properties:Properties xmlns:properties="http://schemas.openxmlformats.org/officeDocument/2006/extended-properties" xmlns:vt="http://schemas.openxmlformats.org/officeDocument/2006/docPropsVTypes">
  <properties:AppVersion>3.0000</properties:AppVersion>
  <properties:ScaleCrop>false</properties:ScaleCrop>
  <properties:Company>Company</properties:Company>
  <properties:LinksUpToDate>false</properties:LinksUpToDate>
  <properties:HyperlinksChanged>false</properties:HyperlinksChanged>
  <properties:PresentationFormat>On-Screen Show (4:3)</properties:PresentationFormat>
  <properties:Application>Zoho Show</properties:Application>
  <properties:SharedDoc>false</properties:SharedDoc>
</properties: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Slide 1</dc:title>
  <cp:revision>1</cp:revision>
  <dc:creator/>
  <cp:lastModifiedBy/>
  <dcterms:created xsi:type="dcterms:W3CDTF">2024-11-13T02:43:28Z</dcterms:created>
  <dcterms:modified xsi:type="dcterms:W3CDTF">2024-11-13T02:46:00Z</dcterms:modified>
</cp:coreProperties>
</file>