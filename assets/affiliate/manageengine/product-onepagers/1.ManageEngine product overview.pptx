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Default ContentType="image/jpeg" Extension="jpg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vnd.openxmlformats-officedocument.presentationml.tags+xml" PartName="/ppt/tags/tag5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jp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jp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/ppt/media/image12.png" Type="http://schemas.openxmlformats.org/officeDocument/2006/relationships/image"/><Relationship Id="rId13" Target="/ppt/media/image13.png" Type="http://schemas.openxmlformats.org/officeDocument/2006/relationships/image"/><Relationship Id="rId14" Target="/ppt/media/image14.png" Type="http://schemas.openxmlformats.org/officeDocument/2006/relationships/image"/><Relationship Id="rId15" Target="/ppt/media/image15.png" Type="http://schemas.openxmlformats.org/officeDocument/2006/relationships/image"/><Relationship Id="rId16" Target="/ppt/media/image16.png" Type="http://schemas.openxmlformats.org/officeDocument/2006/relationships/image"/><Relationship Id="rId17" Target="/ppt/media/image17.png" Type="http://schemas.openxmlformats.org/officeDocument/2006/relationships/image"/><Relationship Id="rId18" Target="/ppt/media/image18.png" Type="http://schemas.openxmlformats.org/officeDocument/2006/relationships/image"/><Relationship Id="rId19" Target="/ppt/media/image19.png" Type="http://schemas.openxmlformats.org/officeDocument/2006/relationships/image"/><Relationship Id="rId20" Target="/ppt/media/image20.png" Type="http://schemas.openxmlformats.org/officeDocument/2006/relationships/image"/><Relationship Id="rId21" Target="/ppt/media/image21.png" Type="http://schemas.openxmlformats.org/officeDocument/2006/relationships/image"/><Relationship Id="rId22" Target="/ppt/media/image22.png" Type="http://schemas.openxmlformats.org/officeDocument/2006/relationships/image"/><Relationship Id="rId23" Target="/ppt/media/image23.png" Type="http://schemas.openxmlformats.org/officeDocument/2006/relationships/image"/><Relationship Id="rId24" Target="/ppt/media/image24.png" Type="http://schemas.openxmlformats.org/officeDocument/2006/relationships/image"/><Relationship Id="rId25" Target="/ppt/media/image25.png" Type="http://schemas.openxmlformats.org/officeDocument/2006/relationships/image"/><Relationship Id="rId26" Target="/ppt/media/image26.png" Type="http://schemas.openxmlformats.org/officeDocument/2006/relationships/image"/><Relationship Id="rId27" Target="/ppt/media/image27.png" Type="http://schemas.openxmlformats.org/officeDocument/2006/relationships/image"/><Relationship Id="rId28" Target="ppt/media/img_cc_black.png" Type="http://schemas.openxmlformats.org/officeDocument/2006/relationships/image"/><Relationship Id="rId29" Target="ppt/presentation.xml" Type="http://schemas.openxmlformats.org/officeDocument/2006/relationships/officeDocument"/><Relationship Id="rId30" Target="docProps/core.xml" Type="http://schemas.openxmlformats.org/package/2006/relationships/metadata/core-properties"/><Relationship Id="rId31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3"/>
  </p:sldIdLst>
  <p:sldSz cx="9144000" cy="5143500" type="screen16x9"/>
  <p:notesSz cx="9144000" cy="5143500"/>
  <p:embeddedFontLst>
    <p:embeddedFont>
      <p:font typeface="Zoho Puvi"/>
      <p:regular r:id="rId15"/>
      <p:bold r:id="rId16"/>
    </p:embeddedFont>
    <p:embeddedFont>
      <p:font typeface="Roboto"/>
      <p:regular r:id="rId18"/>
    </p:embeddedFont>
    <p:embeddedFont>
      <p:font typeface="Zoho Puvi-heavy"/>
      <p:regular r:id="rId17"/>
    </p:embeddedFont>
    <p:embeddedFont>
      <p:font typeface="Open Sans-demi_bold"/>
      <p:regular r:id="rId20"/>
    </p:embeddedFont>
    <p:embeddedFont>
      <p:font typeface="Open Sans"/>
      <p:regular r:id="rId19"/>
      <p:bold r:id="rId21"/>
    </p:embeddedFont>
  </p:embeddedFontLst>
  <p:custDataLst>
    <p:tags r:id="rId22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notesSlides/notesSlide1.xml" Type="http://schemas.openxmlformats.org/officeDocument/2006/relationships/notesSlide"/><Relationship Id="rId13" Target="slides/slide8.xml" Type="http://schemas.openxmlformats.org/officeDocument/2006/relationships/slide"/><Relationship Id="rId14" Target="tableStyles.xml" Type="http://schemas.openxmlformats.org/officeDocument/2006/relationships/tableStyles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fonts/font5.fntdata" Type="http://schemas.openxmlformats.org/officeDocument/2006/relationships/font"/><Relationship Id="rId20" Target="fonts/font6.fntdata" Type="http://schemas.openxmlformats.org/officeDocument/2006/relationships/font"/><Relationship Id="rId21" Target="fonts/font7.fntdata" Type="http://schemas.openxmlformats.org/officeDocument/2006/relationships/font"/><Relationship Id="rId22" Target="tags/tag5.xml" Type="http://schemas.openxmlformats.org/officeDocument/2006/relationships/tags"/><Relationship Id="rId23" Target="presProps.xml" Type="http://schemas.openxmlformats.org/officeDocument/2006/relationships/presProps"/><Relationship Id="rId24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>Good to go, Dhanwant.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5AC6066-B871-41F7-A2C6-FA14D2E3FF30}">
                <a16:creationId xmlns:a16="http://schemas.microsoft.com/office/drawing/2010/main" id="{49E6A96D-2B08-4D37-A795-5940DBAA71E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3E9F95DD-36E1-4571-9208-96812D3DCA25}">
                <a16:creationId xmlns:a16="http://schemas.microsoft.com/office/drawing/2010/main" id="{F46CCC3B-22DC-46FB-8B61-5CF7AA46692A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128EF5C0-53E7-4BCC-8AA1-2A30EB60C8C9}">
                <a16:creationId xmlns:a16="http://schemas.microsoft.com/office/drawing/2010/main" id="{825287E3-0CEC-4342-A4C8-E57B1555A28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595E8883-78EB-4E83-8C8B-4D3AFA2803E1}">
                <a16:creationId xmlns:a16="http://schemas.microsoft.com/office/drawing/2010/main" id="{C2642B01-07CA-49AB-8398-50A48DDF779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02AD4803-9E2B-4C51-BCB6-E174D584B035}">
                <a16:creationId xmlns:a16="http://schemas.microsoft.com/office/drawing/2010/main" id="{88A191A5-9627-4D97-AD59-561927654B4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9B8D326F-3FF9-42D2-8DCE-7DA67E37429C}">
        <p14:creationId xmlns:p14="http://schemas.microsoft.com/office/powerpoint/2010/main" val="173496192356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9FAE2FE-5A4D-4942-87B1-EB8121BCC218}">
                <a16:creationId xmlns:a16="http://schemas.microsoft.com/office/drawing/2010/main" id="{0FAAFAED-C1D9-474F-AC69-CD325B9B407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51C11D00-A53D-49D7-BDAD-7E8BDBC6A72D}">
                <a16:creationId xmlns:a16="http://schemas.microsoft.com/office/drawing/2010/main" id="{60B8E253-A65E-41CD-88BB-DCFA9CF565DF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6762ABA5-8420-4637-8798-454817B2EC38}">
                <a16:creationId xmlns:a16="http://schemas.microsoft.com/office/drawing/2010/main" id="{A4023A05-1A9F-4525-BC4A-48AFC42757D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F56189CC-38CD-4318-9196-7B6C1D8DE650}">
                <a16:creationId xmlns:a16="http://schemas.microsoft.com/office/drawing/2010/main" id="{D76EC00F-6ED2-4CD8-9145-E0509F97B4C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B7F033C0-A6B0-46A8-BB3E-2A48E9C09DBA}">
                <a16:creationId xmlns:a16="http://schemas.microsoft.com/office/drawing/2010/main" id="{642918AC-7705-45DC-A291-682A48C6D2C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FEFAC9B3-0683-4ABF-8841-4E9BB7AB788A}">
                <a16:creationId xmlns:a16="http://schemas.microsoft.com/office/drawing/2010/main" id="{0F6F7BE0-22C3-493D-8BD2-01FF062E92F8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3C8D8990-E45F-49F8-8858-D44B755A6DC0}">
        <p14:creationId xmlns:p14="http://schemas.microsoft.com/office/powerpoint/2010/main" val="1734961923568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E97ADB01-EA4E-4443-8082-6256F0372CCB}">
                <a16:creationId xmlns:a16="http://schemas.microsoft.com/office/drawing/2010/main" id="{25501788-B185-4427-90A3-12A21A1EBB54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9974FD22-A787-4280-868C-3D0D39DB6A54}">
                <a16:creationId xmlns:a16="http://schemas.microsoft.com/office/drawing/2010/main" id="{7C1FBCE7-2664-412A-B9FC-CA335C96B8E2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2FCC3EBF-2596-4D3D-88D4-8420FEE1718D}">
                <a16:creationId xmlns:a16="http://schemas.microsoft.com/office/drawing/2010/main" id="{A62EA90B-706C-4E68-87E4-A896468C93C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DE9DEEDA-CDB8-46F6-8DDE-E6B4363E1315}">
                <a16:creationId xmlns:a16="http://schemas.microsoft.com/office/drawing/2010/main" id="{EDC48709-168E-4EA9-8BC9-7CFE6B2CC3D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FD3331C7-59B5-40A9-A221-048E978B1DED}">
                <a16:creationId xmlns:a16="http://schemas.microsoft.com/office/drawing/2010/main" id="{3F74CB0F-F532-417B-858E-CD80AEE53CD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125D5694-DF1C-44FE-AF5C-626B51389635}">
                <a16:creationId xmlns:a16="http://schemas.microsoft.com/office/drawing/2010/main" id="{BA432261-35FC-44B2-8357-1D2102B55F43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0BB6342E-66C6-41E0-85BB-1F12FE9E685E}">
        <p14:creationId xmlns:p14="http://schemas.microsoft.com/office/powerpoint/2010/main" val="1734961923569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D043A344-1399-45A4-860B-BF82EF928C95}">
                <a16:creationId xmlns:a16="http://schemas.microsoft.com/office/drawing/2010/main" id="{1044CF86-5C7C-478F-92CF-C7B81DF030E5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6D94D40E-194F-4B90-A0CC-C385C419423E}">
                <a16:creationId xmlns:a16="http://schemas.microsoft.com/office/drawing/2010/main" id="{B3AA7D0C-D3F1-4317-84B9-8F24B1567D4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DB41883A-2203-4069-ACB2-356ECF43DD1B}">
                <a16:creationId xmlns:a16="http://schemas.microsoft.com/office/drawing/2010/main" id="{D2FDFB43-AFF6-4BD1-8170-DD006DBEEF7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0D28F67E-B910-410A-A41D-F626B99AF00A}">
                <a16:creationId xmlns:a16="http://schemas.microsoft.com/office/drawing/2010/main" id="{32EE1947-701E-4F25-A6CD-65BA4FEDC887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1517B651-DF16-449D-9298-0D534E6BFC51}">
                <a16:creationId xmlns:a16="http://schemas.microsoft.com/office/drawing/2010/main" id="{CF381CCA-420D-4FAE-9C4E-4AA67EF420F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C977576F-4FEC-4F1D-A18D-7646325F580E}">
                <a16:creationId xmlns:a16="http://schemas.microsoft.com/office/drawing/2010/main" id="{AA75A519-7285-4C56-9692-A6A13DAEC7D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92C4FACE-012E-477E-BDD9-297C5B9152C8}">
                <a16:creationId xmlns:a16="http://schemas.microsoft.com/office/drawing/2010/main" id="{3CF082C1-623D-4293-91B0-4C9336F5EFB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05888012-4527-4984-BC71-D085297FCBCF}">
        <p14:creationId xmlns:p14="http://schemas.microsoft.com/office/powerpoint/2010/main" val="1734961923570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D5AC9A6-667D-4F99-92A6-664F11951C82}">
                <a16:creationId xmlns:a16="http://schemas.microsoft.com/office/drawing/2010/main" id="{70BECB18-9521-4A6A-A6B0-CE5CD8FDD5FC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02F2D2DF-A57F-4C74-8507-192B3A3F1741}">
                <a16:creationId xmlns:a16="http://schemas.microsoft.com/office/drawing/2010/main" id="{2D568B4E-D3C4-4FD0-9BBB-DA4F256941D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B401ABA8-7C88-44B8-98E2-6BF5B4ABC3E5}">
                <a16:creationId xmlns:a16="http://schemas.microsoft.com/office/drawing/2010/main" id="{8B9758B2-6EF6-4928-AAFD-B560B51ADE9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9A41491D-52BF-423B-BB57-87A0DFC7DB01}">
                <a16:creationId xmlns:a16="http://schemas.microsoft.com/office/drawing/2010/main" id="{D575F171-0D86-4ECB-9BAF-1CC95044ED80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35565706-8878-407A-9E11-D84D34ED36FB}">
                <a16:creationId xmlns:a16="http://schemas.microsoft.com/office/drawing/2010/main" id="{75D721F9-C19A-4D2A-88B3-2D21790EB36D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74CE70C6-8FCE-4E5B-8AAC-6B409C44E312}">
                <a16:creationId xmlns:a16="http://schemas.microsoft.com/office/drawing/2010/main" id="{72B90771-0B34-4144-8FA0-B9DD1A7CF07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56505363-7F86-423E-A7CF-7451F4029821}">
                <a16:creationId xmlns:a16="http://schemas.microsoft.com/office/drawing/2010/main" id="{48ADDB4C-A994-415B-9000-C745B3C940A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5A087E85-1AF7-44E7-B458-9FB3076D8446}">
                <a16:creationId xmlns:a16="http://schemas.microsoft.com/office/drawing/2010/main" id="{FE2C215E-8BB7-4B5F-A786-C5D020D4305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61C5A5EB-EA3A-4299-8CD2-B56DCD4E7E1D}">
        <p14:creationId xmlns:p14="http://schemas.microsoft.com/office/powerpoint/2010/main" val="173496192357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40DD0C1-4BF9-46A1-874C-C0F67401BB9A}">
                <a16:creationId xmlns:a16="http://schemas.microsoft.com/office/drawing/2010/main" id="{8995FADF-605E-4B7E-A091-10041E2F89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278A3B73-C7F9-4EE4-BDD6-D65237E565F0}">
                <a16:creationId xmlns:a16="http://schemas.microsoft.com/office/drawing/2010/main" id="{04611079-37AB-49B8-B930-33E65B08D7A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7E1810D7-7B07-456D-B259-EAAA13E8C0E4}">
                <a16:creationId xmlns:a16="http://schemas.microsoft.com/office/drawing/2010/main" id="{7ABEE71B-7D27-4A42-BD9E-B987D7501CD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FF8DC37B-9995-431A-91D6-7E6F5F104160}">
                <a16:creationId xmlns:a16="http://schemas.microsoft.com/office/drawing/2010/main" id="{AF28F2D4-C908-4A6A-9EF2-54E284E93C9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1DBC273B-317B-46C9-A4EB-7F214799B3E5}">
                <a16:creationId xmlns:a16="http://schemas.microsoft.com/office/drawing/2010/main" id="{DDD06F47-E130-4E91-B6E9-6D4F332F9EDE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A6316A33-A9F3-4C25-A7C8-98758EE3B7F9}">
        <p14:creationId xmlns:p14="http://schemas.microsoft.com/office/powerpoint/2010/main" val="1734961923572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442195B6-F147-4540-B74F-9EDD4B43E099}">
                <a16:creationId xmlns:a16="http://schemas.microsoft.com/office/drawing/2010/main" id="{AC0EC5A5-65EC-4A82-AB22-DB7AD8D3D54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944588FF-00B4-43BD-9E12-ABD488584281}">
                <a16:creationId xmlns:a16="http://schemas.microsoft.com/office/drawing/2010/main" id="{1B4317C8-307A-4B7A-9B06-8E3DC25EF70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5709CE5B-5DDB-4954-A94C-715E64D6D43B}">
                <a16:creationId xmlns:a16="http://schemas.microsoft.com/office/drawing/2010/main" id="{C9AF2431-173D-47EB-80D8-A35A3C27A4D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C4CABB7F-B809-4688-8CF3-948DEB2447CA}">
        <p14:creationId xmlns:p14="http://schemas.microsoft.com/office/powerpoint/2010/main" val="173496192357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594681A-DB9A-425C-87F8-E35888EAE2FC}">
                <a16:creationId xmlns:a16="http://schemas.microsoft.com/office/drawing/2010/main" id="{136B8457-0303-4866-BFDE-90D2046E9F5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AC607D11-6320-43B9-9257-89CB062B69BD}">
                <a16:creationId xmlns:a16="http://schemas.microsoft.com/office/drawing/2010/main" id="{1BE18C44-6052-4706-BF08-16DB6762F7C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ECF45BFD-1E03-4239-8626-D5E3BEEE431D}">
                <a16:creationId xmlns:a16="http://schemas.microsoft.com/office/drawing/2010/main" id="{DB14FCCB-28ED-42CD-BA17-2ABF42D78B3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EF13857E-7CD3-463A-B642-0718F9303F6B}">
                <a16:creationId xmlns:a16="http://schemas.microsoft.com/office/drawing/2010/main" id="{097AEF9E-3125-4E9A-9083-F2B2B93EF2F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382DCD62-F55F-4BAE-8CBA-9C605FBD386C}">
                <a16:creationId xmlns:a16="http://schemas.microsoft.com/office/drawing/2010/main" id="{8B124B36-17B3-4ABA-82ED-07BA0A89044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5E9B7486-5107-4E01-85AC-B025B4864C2A}">
                <a16:creationId xmlns:a16="http://schemas.microsoft.com/office/drawing/2010/main" id="{9602E192-7F17-492A-B6A1-6E942A486AD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383D3F41-0492-4094-8269-EF249CDD161B}">
        <p14:creationId xmlns:p14="http://schemas.microsoft.com/office/powerpoint/2010/main" val="1734961923573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A7FEA627-B473-4D81-997D-0410C085C067}">
                <a16:creationId xmlns:a16="http://schemas.microsoft.com/office/drawing/2010/main" id="{C3C8619F-C0BB-4DD5-8C2D-4A6C96C22BD6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8B1FCB3B-8EE2-4D7F-8932-767E945C99DD}">
                <a16:creationId xmlns:a16="http://schemas.microsoft.com/office/drawing/2010/main" id="{C850F23B-7893-4609-90FA-2B649B8D20F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7F8AD989-F583-414D-AD5D-74B95682DC3A}">
                <a16:creationId xmlns:a16="http://schemas.microsoft.com/office/drawing/2010/main" id="{C6E81837-3455-45B9-B851-8E146994173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B79B9B5E-CA0B-432F-9160-767BBEB920E1}">
                <a16:creationId xmlns:a16="http://schemas.microsoft.com/office/drawing/2010/main" id="{E7AAE028-DDC2-4563-8FFF-0DB7CD3D0F14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0CF5E85A-2A77-4339-B601-222306E371C3}">
                <a16:creationId xmlns:a16="http://schemas.microsoft.com/office/drawing/2010/main" id="{62208B83-3BEA-4BB4-BBB3-0AE01A7B106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FF0C81D7-6E8C-49FF-9B87-4A81B5CB3FDC}">
                <a16:creationId xmlns:a16="http://schemas.microsoft.com/office/drawing/2010/main" id="{C1CF4C10-5858-4256-99C9-B8EBD9C78A2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9C67DA81-4BEB-45D5-A888-C823C600E887}">
                <a16:creationId xmlns:a16="http://schemas.microsoft.com/office/drawing/2010/main" id="{35A168FB-9F1E-441D-BEBE-1EE6033BB35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BBB8A5C-713B-4B0E-B455-4742C7E3BCDE}">
        <p14:creationId xmlns:p14="http://schemas.microsoft.com/office/powerpoint/2010/main" val="1734961923574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D4251ECE-A67F-4A0C-A67D-1578B0BED988}">
                <a16:creationId xmlns:a16="http://schemas.microsoft.com/office/drawing/2010/main" id="{8CB92DE9-C58D-43B5-8D2D-AA19F758AD4B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79532B7D-E232-485C-A64F-1BACA3A3342C}">
                <a16:creationId xmlns:a16="http://schemas.microsoft.com/office/drawing/2010/main" id="{870C87B7-093F-48D4-935A-D5216911CA1B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EFE32722-5E53-4094-A516-3753D9B79E21}">
                <a16:creationId xmlns:a16="http://schemas.microsoft.com/office/drawing/2010/main" id="{2B17B8EA-0C13-412F-83F6-396EA922A486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EE7E1A70-51B7-49F8-AF40-D415AE4AB77E}">
                <a16:creationId xmlns:a16="http://schemas.microsoft.com/office/drawing/2010/main" id="{15823DAB-BD92-4E34-BAC2-B2E8E86C8488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2F41C479-DE5B-484F-B8E6-5F0B4E92A83A}">
                <a16:creationId xmlns:a16="http://schemas.microsoft.com/office/drawing/2010/main" id="{0FD92BD6-44B0-44CF-B431-EC6692F867FF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955BF113-9BDF-4FA0-8654-C68AED99CCA9}">
                <a16:creationId xmlns:a16="http://schemas.microsoft.com/office/drawing/2010/main" id="{151E7C32-1065-4423-8DD3-B540C0F2C625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E6CDF6FB-2DCE-47BF-9ABD-807A8EFE0575}">
                <a16:creationId xmlns:a16="http://schemas.microsoft.com/office/drawing/2010/main" id="{9CDEF234-04BA-47DE-BD00-FDB723B494DF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12E92318-9AC8-48F1-9912-9B46BBD87CEF}">
                <a16:creationId xmlns:a16="http://schemas.microsoft.com/office/drawing/2010/main" id="{3D829D0C-4C03-4D8E-845B-96CFE0524117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10781951-18BD-4B03-826F-1CC334B04D48}">
                <a16:creationId xmlns:a16="http://schemas.microsoft.com/office/drawing/2010/main" id="{76A5E164-96B1-4343-BFDB-F72039E298C4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1512353F-CFB2-4295-9C1C-DA6D0531ECF4}">
                <a16:creationId xmlns:a16="http://schemas.microsoft.com/office/drawing/2010/main" id="{F8749F2C-EA79-47D2-98CD-5CAFF7C1507A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54B52C0F-6452-456D-81B6-63C61F37AD56}">
                <a16:creationId xmlns:a16="http://schemas.microsoft.com/office/drawing/2010/main" id="{8AAC7BF7-0CA2-45A1-B9EC-6C98390FB69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158C54C9-183A-4AFC-A1FD-ADD260771199}">
                <a16:creationId xmlns:a16="http://schemas.microsoft.com/office/drawing/2010/main" id="{E8268295-A16E-4C1B-981C-402B3571008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1CF61C22-70AE-4CB4-B43A-C44253303D47}">
                <a16:creationId xmlns:a16="http://schemas.microsoft.com/office/drawing/2010/main" id="{C700BDE9-005C-4C3F-ACF8-684EB2F3B81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09393596-5B74-4E61-9A89-BDE81DB866F3}">
        <p14:creationId xmlns:p14="http://schemas.microsoft.com/office/powerpoint/2010/main" val="1734961923576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C63C010-1122-41DC-B821-61EEA8B6D17C}">
                <a16:creationId xmlns:a16="http://schemas.microsoft.com/office/drawing/2010/main" id="{ACFBEB7B-DE87-4E49-920E-7C1BAB4A37C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6600B68F-6A40-4EA5-A361-D62E293C1A5E}">
                <a16:creationId xmlns:a16="http://schemas.microsoft.com/office/drawing/2010/main" id="{59127E06-AC0C-483D-9205-B79E4543CC9A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F066F5E5-F41A-4A08-A19E-2C1CD33F6D1A}">
                <a16:creationId xmlns:a16="http://schemas.microsoft.com/office/drawing/2010/main" id="{148D404F-B561-41AB-A16A-536862F6B4A1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A7299DED-E835-4828-8D44-5968EC7BC5FF}">
                <a16:creationId xmlns:a16="http://schemas.microsoft.com/office/drawing/2010/main" id="{41ED3384-E9BD-4475-96FC-C9085544B7F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C02D6C88-A8EA-4D54-932D-A70EF2F7662A}">
                <a16:creationId xmlns:a16="http://schemas.microsoft.com/office/drawing/2010/main" id="{8473E490-63DC-449E-850E-40F4FE860A05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1481247D-DEED-4061-A8E4-4A2BF71DAA7C}">
                <a16:creationId xmlns:a16="http://schemas.microsoft.com/office/drawing/2010/main" id="{10B94720-20EC-4375-83C4-50A37A15661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90E0AB4F-CE09-432B-8FE6-6B0660E41F8D}">
                <a16:creationId xmlns:a16="http://schemas.microsoft.com/office/drawing/2010/main" id="{78C57D30-8626-4ABD-A462-E72099953D7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3590268C-C78E-429F-82D6-BFAE2D9BD380}">
                <a16:creationId xmlns:a16="http://schemas.microsoft.com/office/drawing/2010/main" id="{C2A2BC79-D13D-4384-8C55-A7BF226B664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B1897127-1EB3-4A22-8FB6-8D7D6A65AE67}">
        <p14:creationId xmlns:p14="http://schemas.microsoft.com/office/powerpoint/2010/main" val="1734961923577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0D893771-2791-4841-88BA-D0F443431F54}">
                <a16:creationId xmlns:a16="http://schemas.microsoft.com/office/drawing/2010/main" id="{B2687D19-087F-4A4C-B4CF-DDDA6C49A5D4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8490340B-28A6-456F-A288-D30AE4D3D67E}">
                <a16:creationId xmlns:a16="http://schemas.microsoft.com/office/drawing/2010/main" id="{78E1EE6F-A880-4F09-AE0D-88978201AC59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5097B26A-E6AA-4499-813E-E3367E3422DB}">
                <a16:creationId xmlns:a16="http://schemas.microsoft.com/office/drawing/2010/main" id="{4DF51D92-D164-4E86-A444-D45F23C24D27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459C43D7-1F9B-443C-8365-7E5A1DC7F47B}">
                <a16:creationId xmlns:a16="http://schemas.microsoft.com/office/drawing/2010/main" id="{C4A14071-A33C-4B3D-A5DD-751FF0A1C8AF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FF379487-3CE0-4FEC-8B5F-866E49FB532F}">
                <a16:creationId xmlns:a16="http://schemas.microsoft.com/office/drawing/2010/main" id="{B98E2A3B-C2AD-461D-88DF-0F6F91169BF2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FDC4EEC5-4ED5-4A0A-ACB6-AAA2B78A2310}">
                <a16:creationId xmlns:a16="http://schemas.microsoft.com/office/drawing/2010/main" id="{5B730A1D-90C5-43E2-BD5F-08B433C377C8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4E454534-9E5B-42B4-AD7B-9BAEC05C4EEF}">
                <a16:creationId xmlns:a16="http://schemas.microsoft.com/office/drawing/2010/main" id="{E0EE6FB7-ACB1-4244-A5D9-F9C71FBD4FF4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E925FE13-5142-4E5A-B08B-748B91EB11D0}">
                <a16:creationId xmlns:a16="http://schemas.microsoft.com/office/drawing/2010/main" id="{4F832270-DA86-435D-B87E-498B955BC5BC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C365530A-C97C-4970-A18C-1B75AE6D6C20}">
                <a16:creationId xmlns:a16="http://schemas.microsoft.com/office/drawing/2010/main" id="{80F8A3A5-83BC-406A-921B-A004F8DC81F9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117B74C6-1C4D-4707-AB8E-2A8B77DFF69A}">
                <a16:creationId xmlns:a16="http://schemas.microsoft.com/office/drawing/2010/main" id="{0C7690BF-BABA-418B-976F-DA048A784F5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9A5A9B99-2819-434B-8E66-DA8B45F85987}">
                <a16:creationId xmlns:a16="http://schemas.microsoft.com/office/drawing/2010/main" id="{0AE7F391-7F1D-4718-BC0B-DE47136D8A05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064A6F45-78C2-49B9-BC0B-11B7E6DF5C1D}">
                <a16:creationId xmlns:a16="http://schemas.microsoft.com/office/drawing/2010/main" id="{AF57D704-4BDF-49C1-BE87-A617AE198C06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76883B06-82C1-400E-BD2B-66C1DD0F5B46}">
                <a16:creationId xmlns:a16="http://schemas.microsoft.com/office/drawing/2010/main" id="{04540694-D5E0-4579-B4F6-DCB6479FFDCC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CB19BEAB-CD62-4F2C-AB98-DC8DB688A1CD}">
                <a16:creationId xmlns:a16="http://schemas.microsoft.com/office/drawing/2010/main" id="{CBBB1266-1C8C-4999-B383-3817208B66BB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16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2" Target="../tags/tag3.xml" Type="http://schemas.openxmlformats.org/officeDocument/2006/relationships/tags"/><Relationship Id="rId3" Target="../media/image2.jpg" Type="http://schemas.openxmlformats.org/officeDocument/2006/relationships/image"/><Relationship Id="rId4" Target="../tags/tag4.xml" Type="http://schemas.openxmlformats.org/officeDocument/2006/relationships/tags"/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media/image7.jp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Relationship Id="rId10" Target="../media/image2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https://www.manageengine.com/unified-endpoint-management-security.html" TargetMode="External" Type="http://schemas.openxmlformats.org/officeDocument/2006/relationships/hyperlink"/><Relationship Id="rId3" Target="https://www.manageengine.com/unified-endpoint-management-security.html" TargetMode="External" Type="http://schemas.openxmlformats.org/officeDocument/2006/relationships/hyperlink"/><Relationship Id="rId4" Target="https://www.manageengine.com/unified-endpoint-management-security.html" TargetMode="External" Type="http://schemas.openxmlformats.org/officeDocument/2006/relationships/hyperlink"/><Relationship Id="rId5" Target="https://www.manageengine.com/it-analytics.html" TargetMode="External" Type="http://schemas.openxmlformats.org/officeDocument/2006/relationships/hyperlink"/><Relationship Id="rId6" Target="https://www.manageengine.com/it-operations-management.html" TargetMode="External" Type="http://schemas.openxmlformats.org/officeDocument/2006/relationships/hyperlink"/><Relationship Id="rId7" Target="https://www.manageengine.com/it-operations-management.html" TargetMode="External" Type="http://schemas.openxmlformats.org/officeDocument/2006/relationships/hyperlink"/><Relationship Id="rId8" Target="https://www.manageengine.com/identity-access-management.html" TargetMode="External" Type="http://schemas.openxmlformats.org/officeDocument/2006/relationships/hyperlink"/><Relationship Id="rId9" Target="https://www.manageengine.com/identity-access-management.html" TargetMode="External" Type="http://schemas.openxmlformats.org/officeDocument/2006/relationships/hyperlink"/><Relationship Id="rId10" Target="https://www.manageengine.com/identity-access-management.html" TargetMode="External" Type="http://schemas.openxmlformats.org/officeDocument/2006/relationships/hyperlink"/><Relationship Id="rId11" Target="https://www.manageengine.com/identity-access-management.html" TargetMode="External" Type="http://schemas.openxmlformats.org/officeDocument/2006/relationships/hyperlink"/><Relationship Id="rId12" Target="https://www.manageengine.com/identity-access-management.html" TargetMode="External" Type="http://schemas.openxmlformats.org/officeDocument/2006/relationships/hyperlink"/><Relationship Id="rId13" Target="https://www.manageengine.com/security-information-event-management.html" TargetMode="External" Type="http://schemas.openxmlformats.org/officeDocument/2006/relationships/hyperlink"/><Relationship Id="rId14" Target="https://www.manageengine.com/security-information-event-management.html" TargetMode="External" Type="http://schemas.openxmlformats.org/officeDocument/2006/relationships/hyperlink"/><Relationship Id="rId15" Target="https://www.manageengine.com/service-management.html" TargetMode="External" Type="http://schemas.openxmlformats.org/officeDocument/2006/relationships/hyperlink"/><Relationship Id="rId16" Target="https://www.manageengine.com/service-management.html" TargetMode="External" Type="http://schemas.openxmlformats.org/officeDocument/2006/relationships/hyperlink"/><Relationship Id="rId17" Target="https://www.manageengine.com/service-management.html" TargetMode="External" Type="http://schemas.openxmlformats.org/officeDocument/2006/relationships/hyperlink"/><Relationship Id="rId18" Target="../media/image14.png" Type="http://schemas.openxmlformats.org/officeDocument/2006/relationships/image"/><Relationship Id="rId19" Target="https://www.manageengine.com/low-code-application-development.html" TargetMode="External" Type="http://schemas.openxmlformats.org/officeDocument/2006/relationships/hyperlink"/><Relationship Id="rId1" Target="../slideLayouts/slideLayout7.xml" Type="http://schemas.openxmlformats.org/officeDocument/2006/relationships/slideLayout"/><Relationship Id="rId20" Target="../notesSlides/notesSlide1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841B8877-58E2-455F-A8A7-A2EE4FC7EB6C}">
                <a16:creationId xmlns:a16="http://schemas.microsoft.com/office/drawing/2010/main" id="{3A1DD7E9-2CDE-4528-B515-61D07718ACAD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6A888598-CD7B-4732-9CF0-7C6741DB9408}">
                <a16:creationId xmlns:a16="http://schemas.microsoft.com/office/drawing/2010/main" id="{E2DE2FDA-8D7C-40FE-BA8D-913219AB100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37768" y="1624717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CA73F121-9D04-45B7-8C37-C6A0BA0F88ED}">
                <a16:creationId xmlns:a16="http://schemas.microsoft.com/office/drawing/2010/main" id="{BC2B62E1-8E42-4041-8E09-E9505F7D64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D795090B-5C76-4165-B566-5AE01E8B5018}">
        <p14:creationId xmlns:p14="http://schemas.microsoft.com/office/powerpoint/2010/main" val="1734961923580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6B6DF65D-07A5-4FCD-9AA1-DEC5BF9D5B47}">
                <a16:creationId xmlns:a16="http://schemas.microsoft.com/office/drawing/2010/main" id="{73AE63E6-EA12-4A3A-B54A-8E213FBB2BC0}"/>
              </a:ext>
            </a:extLst>
          </p:cNvPr>
          <p:cNvPicPr>
            <a:picLocks noChangeAspect="true" noSelect="true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false" flipV="false">
            <a:off x="3860" y="2134142"/>
            <a:ext cx="9141291" cy="5143500"/>
          </a:xfrm>
          <a:prstGeom prst="rect">
            <a:avLst/>
          </a:prstGeom>
          <a:noFill/>
        </p:spPr>
      </p:pic>
      <p:sp>
        <p:nvSpPr>
          <p:cNvPr id="3" name="">
            <a:extLst>
              <a:ext uri="{D09F1478-87C1-4AFF-A5EB-6F8B7989633B}">
                <a16:creationId xmlns:a16="http://schemas.microsoft.com/office/drawing/2010/main" id="{985782DD-BC42-4261-B963-07358D071858}"/>
              </a:ext>
            </a:extLst>
          </p:cNvPr>
          <p:cNvSpPr txBox="1"/>
          <p:nvPr/>
        </p:nvSpPr>
        <p:spPr>
          <a:xfrm flipH="false" flipV="false" rot="0">
            <a:off x="572109" y="1755648"/>
            <a:ext cx="8004797" cy="1849552"/>
          </a:xfrm>
          <a:prstGeom prst="rect">
            <a:avLst/>
          </a:prstGeom>
        </p:spPr>
        <p:txBody>
          <a:bodyPr bIns="47625" lIns="95250" rIns="95250" rtlCol="0" tIns="47625">
            <a:noAutofit/>
          </a:bodyPr>
          <a:lstStyle/>
          <a:p>
            <a:pPr algn="ctr">
              <a:lnSpc>
                <a:spcPct val="125000"/>
              </a:lnSpc>
              <a:defRPr dirty="0" lang="en-US" sz="1400"/>
            </a:pP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This presentation is confidential and is intended, among other </a:t>
            </a:r>
            <a:b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</a:b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things, to present a general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overview of </a:t>
            </a:r>
            <a:r>
              <a:rPr b="0" dirty="0" err="1" i="0" lang="en-US" strike="noStrike" sz="1000" u="none">
                <a:solidFill>
                  <a:schemeClr val="tx1"/>
                </a:solidFill>
                <a:latin typeface="Zoho Puvi"/>
              </a:rPr>
              <a:t>Zoho's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 ("Zoho") products and services. </a:t>
            </a:r>
            <a:b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</a:b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This presentation is provided for informational purposes only. The contents are not </a:t>
            </a:r>
            <a:b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</a:b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to be reproduced or distributed to the public or press. While the information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in this </a:t>
            </a:r>
          </a:p>
          <a:p>
            <a:pPr algn="ctr">
              <a:lnSpc>
                <a:spcPct val="125000"/>
              </a:lnSpc>
              <a:defRPr dirty="0" lang="en-US" sz="1400"/>
            </a:pP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prese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ntation is believed to be accurate and reliable, Zoho makes no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representation </a:t>
            </a:r>
          </a:p>
          <a:p>
            <a:pPr algn="ctr">
              <a:lnSpc>
                <a:spcPct val="125000"/>
              </a:lnSpc>
              <a:defRPr dirty="0" lang="en-US" sz="1400"/>
            </a:pP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regarding, and assumes no responsibility or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liability for,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the accuracy or completeness </a:t>
            </a:r>
          </a:p>
          <a:p>
            <a:pPr algn="ctr">
              <a:lnSpc>
                <a:spcPct val="125000"/>
              </a:lnSpc>
              <a:defRPr dirty="0" lang="en-US" sz="1400"/>
            </a:pP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of, or any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errors or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omissions in, </a:t>
            </a:r>
            <a:r>
              <a:rPr b="0" dirty="0" i="0" lang="en-US" strike="noStrike" sz="1000" u="none">
                <a:solidFill>
                  <a:schemeClr val="tx1"/>
                </a:solidFill>
                <a:latin typeface="Zoho Puvi"/>
              </a:rPr>
              <a:t>any information contained herein.</a:t>
            </a:r>
            <a:endParaRPr b="0" dirty="0" i="0" lang="en-US" strike="noStrike" sz="1000" u="none">
              <a:solidFill>
                <a:schemeClr val="tx1"/>
              </a:solidFill>
              <a:latin typeface="Zoho Puvi"/>
            </a:endParaRPr>
          </a:p>
        </p:txBody>
      </p:sp>
      <p:sp>
        <p:nvSpPr>
          <p:cNvPr id="4" name="">
            <a:extLst>
              <a:ext uri="{98B78C09-3950-489F-9CCA-763D3AF3A44B}">
                <a16:creationId xmlns:a16="http://schemas.microsoft.com/office/drawing/2010/main" id="{9C03DBBF-EBB4-4D1B-B8C9-DBE4810D6297}"/>
              </a:ext>
            </a:extLst>
          </p:cNvPr>
          <p:cNvSpPr txBox="1"/>
          <p:nvPr/>
        </p:nvSpPr>
        <p:spPr>
          <a:xfrm flipH="false" flipV="false" rot="0">
            <a:off x="3750650" y="1199397"/>
            <a:ext cx="1495322" cy="826770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lnSpc>
                <a:spcPct val="150000"/>
              </a:lnSpc>
              <a:defRPr dirty="0" lang="en-US" sz="1400"/>
            </a:pPr>
            <a:r>
              <a:rPr b="1" dirty="0" lang="en-US" sz="1600">
                <a:latin typeface="Zoho Puvi"/>
              </a:rPr>
              <a:t>Disclaimer</a:t>
            </a:r>
          </a:p>
          <a:p>
            <a:pPr>
              <a:lnSpc>
                <a:spcPct val="150000"/>
              </a:lnSpc>
              <a:defRPr dirty="0" lang="en-US" sz="1400"/>
            </a:pPr>
            <a:r>
              <a:rPr b="1" dirty="0" lang="en-US" sz="1600">
                <a:latin typeface="Open Sans"/>
              </a:rPr>
              <a:t/>
            </a:r>
            <a:endParaRPr b="1" dirty="0" lang="en-US" sz="1600">
              <a:latin typeface="Open Sans"/>
            </a:endParaRPr>
          </a:p>
        </p:txBody>
      </p:sp>
    </p:spTree>
    <p:extLst>
      <p:ext uri="{B47CAD5C-11D6-416E-9031-60D5DE872303}">
        <p14:creationId xmlns:p14="http://schemas.microsoft.com/office/powerpoint/2010/main" val="1734961923581"/>
      </p:ext>
    </p:extLst>
    <p:custDataLst>
      <p:tags r:id="rId4"/>
    </p:custData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BC9FB5D6-825A-480B-8A78-81427749CEE1}">
                <a16:creationId xmlns:a16="http://schemas.microsoft.com/office/drawing/2010/main" id="{C91D7A62-306D-4ADE-9DA6-D4FE3D0405A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269299" y="2729491"/>
            <a:ext cx="909489" cy="255992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E879BBA9-073E-4472-8D11-BDD7D79503C1}">
                <a16:creationId xmlns:a16="http://schemas.microsoft.com/office/drawing/2010/main" id="{0084C12D-A1E0-4C3C-BE37-BFEE6BE2FBB8}"/>
              </a:ext>
            </a:extLst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2997002" y="2753783"/>
            <a:ext cx="608677" cy="259160"/>
          </a:xfrm>
          <a:prstGeom prst="rect">
            <a:avLst/>
          </a:prstGeom>
          <a:noFill/>
        </p:spPr>
      </p:pic>
      <p:pic>
        <p:nvPicPr>
          <p:cNvPr id="4" name="">
            <a:extLst>
              <a:ext uri="{C7F30C7A-1A33-45A5-97D3-18E68550AC89}">
                <a16:creationId xmlns:a16="http://schemas.microsoft.com/office/drawing/2010/main" id="{77415AAE-7FAD-48AC-B0E7-56FAE7B114DC}"/>
              </a:ext>
            </a:extLst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4046492" y="2742368"/>
            <a:ext cx="1057323" cy="235448"/>
          </a:xfrm>
          <a:prstGeom prst="rect">
            <a:avLst/>
          </a:prstGeom>
          <a:noFill/>
        </p:spPr>
      </p:pic>
      <p:pic>
        <p:nvPicPr>
          <p:cNvPr id="5" name="">
            <a:extLst>
              <a:ext uri="{45A237BB-38C6-492E-A32E-5BE1AB9C02C6}">
                <a16:creationId xmlns:a16="http://schemas.microsoft.com/office/drawing/2010/main" id="{4BDAD27D-0776-4AFE-943A-7B88DA39D800}"/>
              </a:ext>
            </a:extLst>
          </p:cNvPr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flipH="false" flipV="false" rot="0">
            <a:off x="5562555" y="2766781"/>
            <a:ext cx="631724" cy="186612"/>
          </a:xfrm>
          <a:prstGeom prst="rect">
            <a:avLst/>
          </a:prstGeom>
          <a:noFill/>
        </p:spPr>
      </p:pic>
      <p:pic>
        <p:nvPicPr>
          <p:cNvPr id="6" name="">
            <a:extLst>
              <a:ext uri="{424E4C37-6907-439D-9FB3-44FB976A62C8}">
                <a16:creationId xmlns:a16="http://schemas.microsoft.com/office/drawing/2010/main" id="{9A46A4AD-B0D7-4849-88C1-E44EBD070844}"/>
              </a:ext>
            </a:extLst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flipH="false" flipV="false" rot="0">
            <a:off x="6815260" y="2681595"/>
            <a:ext cx="667246" cy="285618"/>
          </a:xfrm>
          <a:prstGeom prst="rect">
            <a:avLst/>
          </a:prstGeom>
          <a:noFill/>
        </p:spPr>
      </p:pic>
      <p:pic>
        <p:nvPicPr>
          <p:cNvPr id="7" name="">
            <a:extLst>
              <a:ext uri="{88F27630-1A56-4762-AB02-1282636E4485}">
                <a16:creationId xmlns:a16="http://schemas.microsoft.com/office/drawing/2010/main" id="{3531C8E4-644F-4F20-B591-3863BDB3B499}"/>
              </a:ext>
            </a:extLst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flipH="false" flipV="false" rot="0">
            <a:off x="8107690" y="2549833"/>
            <a:ext cx="583013" cy="583013"/>
          </a:xfrm>
          <a:prstGeom prst="rect">
            <a:avLst/>
          </a:prstGeom>
          <a:noFill/>
        </p:spPr>
      </p:pic>
      <p:pic>
        <p:nvPicPr>
          <p:cNvPr id="8" name="">
            <a:extLst>
              <a:ext uri="{5839AFBD-492B-4EFE-A029-A500388C3F89}">
                <a16:creationId xmlns:a16="http://schemas.microsoft.com/office/drawing/2010/main" id="{0CEC1D14-711D-4F13-95AB-FB34B2FDE9CC}"/>
              </a:ext>
            </a:extLst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flipH="false" flipV="false">
            <a:off x="0" y="1566056"/>
            <a:ext cx="9144000" cy="2011387"/>
          </a:xfrm>
          <a:prstGeom prst="rect">
            <a:avLst/>
          </a:prstGeom>
          <a:noFill/>
        </p:spPr>
      </p:pic>
    </p:spTree>
    <p:extLst>
      <p:ext uri="{CE3A8D1B-5A17-400F-80D7-2570CA222657}">
        <p14:creationId xmlns:p14="http://schemas.microsoft.com/office/powerpoint/2010/main" val="1734961923582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8F35DC58-5F3A-48BF-9119-79021A2F74FC}">
                <a16:creationId xmlns:a16="http://schemas.microsoft.com/office/drawing/2010/main" id="{F0013620-D369-4E1E-8727-8E4BAECB7FD6}"/>
              </a:ext>
            </a:extLst>
          </p:cNvPr>
          <p:cNvSpPr/>
          <p:nvPr/>
        </p:nvSpPr>
        <p:spPr>
          <a:xfrm flipH="false" flipV="false" rot="0">
            <a:off x="2286000" y="2879626"/>
            <a:ext cx="4572000" cy="1726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Title 7">
            <a:extLst>
              <a:ext uri="{4F8E59CF-1D5F-4F90-99DA-C7DC22801337}">
                <a16:creationId xmlns:a16="http://schemas.microsoft.com/office/drawing/2010/main" id="{B648B08E-C81D-4E15-B44A-B67101ED8C9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81965" y="997334"/>
            <a:ext cx="8962035" cy="507730"/>
          </a:xfrm>
        </p:spPr>
        <p:txBody>
          <a:bodyPr rtlCol="0"/>
          <a:lstStyle/>
          <a:p>
            <a:pPr algn="ctr"/>
            <a:r>
              <a:rPr b="1" dirty="0" lang="en-US" sz="2000">
                <a:latin typeface="Zoho Puvi"/>
              </a:rPr>
              <a:t>ManageEngine</a:t>
            </a:r>
          </a:p>
          <a:p>
            <a:pPr algn="ctr"/>
            <a:r>
              <a:rPr b="0" dirty="0" lang="en-US" sz="1600">
                <a:latin typeface="Zoho Puvi"/>
              </a:rPr>
              <a:t>A </a:t>
            </a:r>
            <a:r>
              <a:rPr b="0" dirty="0" lang="en-US" sz="1600">
                <a:latin typeface="Zoho Puvi"/>
              </a:rPr>
              <a:t>bootstrapped, private, and </a:t>
            </a:r>
            <a:r>
              <a:rPr b="0" dirty="0" lang="en-US" sz="1600">
                <a:latin typeface="Zoho Puvi"/>
              </a:rPr>
              <a:t>profitable </a:t>
            </a:r>
            <a:r>
              <a:rPr b="0" dirty="0" lang="en-US" sz="1600">
                <a:latin typeface="Zoho Puvi"/>
              </a:rPr>
              <a:t>company</a:t>
            </a:r>
            <a:endParaRPr b="0" dirty="0" lang="en-US" sz="1600">
              <a:latin typeface="Zoho Puvi"/>
            </a:endParaRPr>
          </a:p>
        </p:txBody>
      </p:sp>
      <p:sp>
        <p:nvSpPr>
          <p:cNvPr id="4" name="">
            <a:extLst>
              <a:ext uri="{19BFC3C3-CDC0-49D8-BA06-165ED9F91C24}">
                <a16:creationId xmlns:a16="http://schemas.microsoft.com/office/drawing/2010/main" id="{820E398B-695C-4951-853A-79311B8D37E2}"/>
              </a:ext>
            </a:extLst>
          </p:cNvPr>
          <p:cNvSpPr txBox="1"/>
          <p:nvPr/>
        </p:nvSpPr>
        <p:spPr>
          <a:xfrm flipH="false" flipV="false" rot="0">
            <a:off x="1567062" y="1766811"/>
            <a:ext cx="1320222" cy="58280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3200">
                <a:solidFill>
                  <a:srgbClr val="0070c0"/>
                </a:solidFill>
                <a:latin typeface="Zoho Puvi"/>
              </a:rPr>
              <a:t>20+</a:t>
            </a:r>
            <a:endParaRPr b="1" dirty="0" lang="en-US" sz="32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5" name="">
            <a:extLst>
              <a:ext uri="{948A9644-6BE0-4C93-8DF8-7FE2DDF74CBA}">
                <a16:creationId xmlns:a16="http://schemas.microsoft.com/office/drawing/2010/main" id="{ECDA4F88-4592-46A3-B78F-041670BCD1DD}"/>
              </a:ext>
            </a:extLst>
          </p:cNvPr>
          <p:cNvSpPr txBox="1"/>
          <p:nvPr/>
        </p:nvSpPr>
        <p:spPr>
          <a:xfrm flipH="false" flipV="false" rot="0">
            <a:off x="3248025" y="1766811"/>
            <a:ext cx="2642120" cy="58280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3200">
                <a:solidFill>
                  <a:srgbClr val="0070c0"/>
                </a:solidFill>
                <a:latin typeface="Zoho Puvi"/>
              </a:rPr>
              <a:t>280</a:t>
            </a:r>
            <a:r>
              <a:rPr b="1" dirty="0" lang="en-US" sz="3200">
                <a:solidFill>
                  <a:srgbClr val="0070c0"/>
                </a:solidFill>
                <a:latin typeface="Zoho Puvi"/>
              </a:rPr>
              <a:t>,000</a:t>
            </a:r>
            <a:r>
              <a:rPr b="1" dirty="0" lang="en-US" sz="3200">
                <a:solidFill>
                  <a:srgbClr val="0070c0"/>
                </a:solidFill>
                <a:latin typeface="Zoho Puvi"/>
              </a:rPr>
              <a:t>+</a:t>
            </a:r>
            <a:endParaRPr b="1" dirty="0" lang="en-US" sz="32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6" name="">
            <a:extLst>
              <a:ext uri="{1ACB0414-32CF-40DD-B758-0FE9EDA043C7}">
                <a16:creationId xmlns:a16="http://schemas.microsoft.com/office/drawing/2010/main" id="{66A3EEA9-5F24-495C-B3E5-70FE0B976FB4}"/>
              </a:ext>
            </a:extLst>
          </p:cNvPr>
          <p:cNvSpPr txBox="1">
            <a:spLocks noGrp="true"/>
          </p:cNvSpPr>
          <p:nvPr/>
        </p:nvSpPr>
        <p:spPr>
          <a:xfrm rot="0">
            <a:off x="3486150" y="2280046"/>
            <a:ext cx="2165889" cy="752894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algn="ctr" indent="0" marL="0">
              <a:buNone/>
            </a:pPr>
            <a:r>
              <a:rPr b="0" dirty="0" lang="en-US" sz="1200">
                <a:solidFill>
                  <a:schemeClr val="tx1"/>
                </a:solidFill>
                <a:latin typeface="Zoho Puvi"/>
              </a:rPr>
              <a:t>organizations </a:t>
            </a:r>
            <a:r>
              <a:rPr b="0" dirty="0" lang="en-US" sz="1200">
                <a:solidFill>
                  <a:schemeClr val="tx1"/>
                </a:solidFill>
                <a:latin typeface="Zoho Puvi"/>
              </a:rPr>
              <a:t>across the globe use our products </a:t>
            </a:r>
            <a:endParaRPr b="0" dirty="0" lang="en-US" sz="1200">
              <a:solidFill>
                <a:schemeClr val="tx1"/>
              </a:solidFill>
              <a:latin typeface="Zoho Puvi"/>
            </a:endParaRPr>
          </a:p>
        </p:txBody>
      </p:sp>
      <p:sp>
        <p:nvSpPr>
          <p:cNvPr id="7" name="">
            <a:extLst>
              <a:ext uri="{94B3E695-C219-4CD3-A4B5-FBAA89AC0EA7}">
                <a16:creationId xmlns:a16="http://schemas.microsoft.com/office/drawing/2010/main" id="{889AE097-8C93-49FE-9038-EC855434B6AA}"/>
              </a:ext>
            </a:extLst>
          </p:cNvPr>
          <p:cNvSpPr txBox="1">
            <a:spLocks noGrp="true"/>
          </p:cNvSpPr>
          <p:nvPr/>
        </p:nvSpPr>
        <p:spPr>
          <a:xfrm rot="0">
            <a:off x="1138437" y="2263625"/>
            <a:ext cx="2165889" cy="752894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algn="ctr" indent="0" marL="0">
              <a:buNone/>
            </a:pPr>
            <a:r>
              <a:rPr b="0" dirty="0" lang="en-US" sz="1200">
                <a:solidFill>
                  <a:srgbClr val="000000"/>
                </a:solidFill>
                <a:latin typeface="Zoho Puvi"/>
              </a:rPr>
              <a:t>years in the </a:t>
            </a:r>
          </a:p>
          <a:p>
            <a:pPr algn="ctr" indent="0" marL="0">
              <a:buNone/>
            </a:pPr>
            <a:r>
              <a:rPr b="0" dirty="0" lang="en-US" sz="1200">
                <a:solidFill>
                  <a:srgbClr val="000000"/>
                </a:solidFill>
                <a:latin typeface="Zoho Puvi"/>
              </a:rPr>
              <a:t>industry</a:t>
            </a:r>
            <a:r>
              <a:rPr b="0" dirty="0" lang="en-US" sz="1200">
                <a:solidFill>
                  <a:srgbClr val="000000"/>
                </a:solidFill>
                <a:latin typeface="Zoho Puvi"/>
              </a:rPr>
              <a:t> </a:t>
            </a:r>
            <a:endParaRPr b="0" dirty="0" lang="en-US" sz="1200">
              <a:solidFill>
                <a:srgbClr val="000000"/>
              </a:solidFill>
              <a:latin typeface="Zoho Puvi"/>
            </a:endParaRPr>
          </a:p>
        </p:txBody>
      </p:sp>
      <p:sp>
        <p:nvSpPr>
          <p:cNvPr id="8" name="">
            <a:extLst>
              <a:ext uri="{46128A3F-B636-4E29-9947-5735D3AC9386}">
                <a16:creationId xmlns:a16="http://schemas.microsoft.com/office/drawing/2010/main" id="{0240806E-BE95-4623-9C0B-D3361EF2F1C2}"/>
              </a:ext>
            </a:extLst>
          </p:cNvPr>
          <p:cNvSpPr txBox="1"/>
          <p:nvPr/>
        </p:nvSpPr>
        <p:spPr>
          <a:xfrm flipH="false" flipV="false" rot="0">
            <a:off x="6341068" y="1714500"/>
            <a:ext cx="1298810" cy="58280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1" dirty="0" lang="en-US" sz="3200">
                <a:solidFill>
                  <a:srgbClr val="0070c0"/>
                </a:solidFill>
                <a:latin typeface="Zoho Puvi"/>
              </a:rPr>
              <a:t>120+</a:t>
            </a:r>
            <a:endParaRPr b="1" dirty="0" lang="en-US" sz="32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9" name="">
            <a:extLst>
              <a:ext uri="{7C7E6172-01B0-407B-9724-3D17D7FD5CB6}">
                <a16:creationId xmlns:a16="http://schemas.microsoft.com/office/drawing/2010/main" id="{3F019538-8908-46FA-889B-3290045C8809}"/>
              </a:ext>
            </a:extLst>
          </p:cNvPr>
          <p:cNvSpPr txBox="1">
            <a:spLocks noGrp="true"/>
          </p:cNvSpPr>
          <p:nvPr/>
        </p:nvSpPr>
        <p:spPr>
          <a:xfrm rot="0">
            <a:off x="5798144" y="2280046"/>
            <a:ext cx="2387012" cy="752894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algn="ctr" indent="0" marL="0">
              <a:buNone/>
            </a:pPr>
            <a:r>
              <a:rPr b="0" dirty="0" lang="en-US" sz="1200">
                <a:solidFill>
                  <a:schemeClr val="tx1"/>
                </a:solidFill>
                <a:latin typeface="Zoho Puvi"/>
              </a:rPr>
              <a:t>products and free tools for</a:t>
            </a:r>
          </a:p>
          <a:p>
            <a:pPr algn="ctr" indent="0" marL="0">
              <a:buNone/>
            </a:pPr>
            <a:r>
              <a:rPr b="0" dirty="0" lang="en-US" sz="1200">
                <a:solidFill>
                  <a:schemeClr val="tx1"/>
                </a:solidFill>
                <a:latin typeface="Zoho Puvi"/>
              </a:rPr>
              <a:t> IT management </a:t>
            </a:r>
            <a:endParaRPr b="0" dirty="0" lang="en-US" sz="1200">
              <a:solidFill>
                <a:schemeClr val="tx1"/>
              </a:solidFill>
              <a:latin typeface="Zoho Puvi"/>
            </a:endParaRPr>
          </a:p>
        </p:txBody>
      </p:sp>
      <p:sp>
        <p:nvSpPr>
          <p:cNvPr id="10" name="">
            <a:extLst>
              <a:ext uri="{14603CF7-0A3F-4AE4-8D8B-DEFA0EF9E850}">
                <a16:creationId xmlns:a16="http://schemas.microsoft.com/office/drawing/2010/main" id="{B7D69749-5A04-4AB8-836B-4C60F4492626}"/>
              </a:ext>
            </a:extLst>
          </p:cNvPr>
          <p:cNvSpPr txBox="1"/>
          <p:nvPr/>
        </p:nvSpPr>
        <p:spPr>
          <a:xfrm flipH="false" flipV="false" rot="0">
            <a:off x="2350703" y="3019425"/>
            <a:ext cx="1916096" cy="64375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1" dirty="0" lang="en-US" sz="3600">
                <a:solidFill>
                  <a:srgbClr val="0070c0"/>
                </a:solidFill>
                <a:latin typeface="Zoho Puvi"/>
              </a:rPr>
              <a:t>4,500</a:t>
            </a:r>
            <a:r>
              <a:rPr b="1" dirty="0" lang="en-US" sz="3600">
                <a:solidFill>
                  <a:srgbClr val="0070c0"/>
                </a:solidFill>
                <a:latin typeface="Zoho Puvi"/>
              </a:rPr>
              <a:t>+</a:t>
            </a:r>
            <a:endParaRPr b="1" dirty="0" lang="en-US" sz="36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11" name="">
            <a:extLst>
              <a:ext uri="{C937F955-9961-49C1-99CD-8453D85DEA1D}">
                <a16:creationId xmlns:a16="http://schemas.microsoft.com/office/drawing/2010/main" id="{9A2B9289-2FB1-4C66-A0B3-E7D6C0B5826E}"/>
              </a:ext>
            </a:extLst>
          </p:cNvPr>
          <p:cNvSpPr txBox="1">
            <a:spLocks noGrp="true"/>
          </p:cNvSpPr>
          <p:nvPr/>
        </p:nvSpPr>
        <p:spPr>
          <a:xfrm rot="0">
            <a:off x="2560253" y="3552825"/>
            <a:ext cx="1480689" cy="518969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algn="ctr" indent="0" marL="0">
              <a:buNone/>
            </a:pPr>
            <a:r>
              <a:rPr b="0" dirty="0" lang="en-US" sz="1200">
                <a:solidFill>
                  <a:srgbClr val="000000"/>
                </a:solidFill>
                <a:latin typeface="Zoho Puvi"/>
              </a:rPr>
              <a:t>ManageEngine</a:t>
            </a:r>
            <a:r>
              <a:rPr b="0" dirty="0" lang="en-US" sz="1200">
                <a:solidFill>
                  <a:srgbClr val="000000"/>
                </a:solidFill>
                <a:latin typeface="Zoho Puvi"/>
              </a:rPr>
              <a:t> employees </a:t>
            </a:r>
            <a:endParaRPr b="0" dirty="0" lang="en-US" sz="1200">
              <a:solidFill>
                <a:srgbClr val="000000"/>
              </a:solidFill>
              <a:latin typeface="Zoho Puvi"/>
            </a:endParaRPr>
          </a:p>
        </p:txBody>
      </p:sp>
      <p:sp>
        <p:nvSpPr>
          <p:cNvPr id="12" name="">
            <a:extLst>
              <a:ext uri="{430E7B12-74B0-4BE0-8E41-8D961492D066}">
                <a16:creationId xmlns:a16="http://schemas.microsoft.com/office/drawing/2010/main" id="{7B1155C8-08AD-4622-A85B-439E03FB2744}"/>
              </a:ext>
            </a:extLst>
          </p:cNvPr>
          <p:cNvSpPr txBox="1"/>
          <p:nvPr/>
        </p:nvSpPr>
        <p:spPr>
          <a:xfrm flipH="false" flipV="false" rot="0">
            <a:off x="4743945" y="3048000"/>
            <a:ext cx="1905000" cy="58280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3200">
                <a:solidFill>
                  <a:srgbClr val="0070c0"/>
                </a:solidFill>
                <a:latin typeface="Zoho Puvi"/>
              </a:rPr>
              <a:t>190</a:t>
            </a:r>
            <a:endParaRPr b="1" dirty="0" lang="en-US" sz="32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13" name="">
            <a:extLst>
              <a:ext uri="{317B881A-0958-4CFB-8D6A-946CB938AE62}">
                <a16:creationId xmlns:a16="http://schemas.microsoft.com/office/drawing/2010/main" id="{E1EF4E05-55BE-485B-B726-A324DDFD28A2}"/>
              </a:ext>
            </a:extLst>
          </p:cNvPr>
          <p:cNvSpPr txBox="1">
            <a:spLocks noGrp="true"/>
          </p:cNvSpPr>
          <p:nvPr/>
        </p:nvSpPr>
        <p:spPr>
          <a:xfrm rot="0">
            <a:off x="5097713" y="3552825"/>
            <a:ext cx="1197473" cy="673750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algn="ctr" indent="0" marL="0">
              <a:buNone/>
            </a:pPr>
            <a:r>
              <a:rPr b="0" dirty="0" lang="en-US" sz="1200">
                <a:solidFill>
                  <a:srgbClr val="000000"/>
                </a:solidFill>
                <a:latin typeface="Zoho Puvi"/>
              </a:rPr>
              <a:t>c</a:t>
            </a:r>
            <a:r>
              <a:rPr b="0" dirty="0" lang="en-US" sz="1200">
                <a:solidFill>
                  <a:srgbClr val="000000"/>
                </a:solidFill>
                <a:latin typeface="Zoho Puvi"/>
              </a:rPr>
              <a:t>ountries served </a:t>
            </a:r>
            <a:endParaRPr b="0" dirty="0" lang="en-US" sz="1200">
              <a:solidFill>
                <a:srgbClr val="000000"/>
              </a:solidFill>
              <a:latin typeface="Zoho Puvi"/>
            </a:endParaRPr>
          </a:p>
        </p:txBody>
      </p:sp>
    </p:spTree>
    <p:extLst>
      <p:ext uri="{20CB1A9B-0332-4A00-99A3-9848A92C70AF}">
        <p14:creationId xmlns:p14="http://schemas.microsoft.com/office/powerpoint/2010/main" val="1734961923584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E1DFC096-0049-42E7-B5A3-2E78302D94B6}">
                <a16:creationId xmlns:a16="http://schemas.microsoft.com/office/drawing/2010/main" id="{5E43218F-2875-4F10-87D1-B5FCA550564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117" r="117" t="0"/>
          <a:stretch>
            <a:fillRect/>
          </a:stretch>
        </p:blipFill>
        <p:spPr>
          <a:xfrm flipH="false" flipV="false" rot="0">
            <a:off x="1025175" y="543858"/>
            <a:ext cx="7492050" cy="4224166"/>
          </a:xfrm>
          <a:prstGeom prst="rect">
            <a:avLst/>
          </a:prstGeom>
          <a:noFill/>
        </p:spPr>
      </p:pic>
    </p:spTree>
    <p:extLst>
      <p:ext uri="{6B0B6979-F213-4918-B9C1-72F4781F1D46}">
        <p14:creationId xmlns:p14="http://schemas.microsoft.com/office/powerpoint/2010/main" val="173496192358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2A61CF4-DB75-43E5-8E65-1DF2EABEB289}">
                <a16:creationId xmlns:a16="http://schemas.microsoft.com/office/drawing/2010/main" id="{B720E258-5022-40B6-A15A-3846B48AFD5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47344"/>
            <a:ext cx="7620000" cy="459762"/>
          </a:xfrm>
        </p:spPr>
        <p:txBody>
          <a:bodyPr rtlCol="0"/>
          <a:lstStyle/>
          <a:p>
            <a:pPr algn="ctr"/>
            <a:r>
              <a:rPr dirty="0" lang="en-US" sz="2000"/>
              <a:t>Our certifications </a:t>
            </a:r>
            <a:endParaRPr dirty="0" lang="en-US" sz="2000"/>
          </a:p>
        </p:txBody>
      </p:sp>
      <p:pic>
        <p:nvPicPr>
          <p:cNvPr id="3" name="">
            <a:extLst>
              <a:ext uri="{A5F47C50-C451-43A7-A228-81A4958223CD}">
                <a16:creationId xmlns:a16="http://schemas.microsoft.com/office/drawing/2010/main" id="{0BB0F017-D042-468F-8073-E9EF315EB20E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2395413" y="1266367"/>
            <a:ext cx="1331442" cy="765790"/>
          </a:xfrm>
          <a:prstGeom prst="rect">
            <a:avLst/>
          </a:prstGeom>
          <a:noFill/>
        </p:spPr>
      </p:pic>
      <p:pic>
        <p:nvPicPr>
          <p:cNvPr id="4" name="">
            <a:extLst>
              <a:ext uri="{ECB3F000-68DA-46DD-8AC0-2FEE0CBDB609}">
                <a16:creationId xmlns:a16="http://schemas.microsoft.com/office/drawing/2010/main" id="{D0291780-F6BB-43A1-901B-9F8115FC91FA}"/>
              </a:ext>
            </a:extLst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2361685" y="2408996"/>
            <a:ext cx="1398889" cy="741368"/>
          </a:xfrm>
          <a:prstGeom prst="rect">
            <a:avLst/>
          </a:prstGeom>
          <a:noFill/>
        </p:spPr>
      </p:pic>
      <p:pic>
        <p:nvPicPr>
          <p:cNvPr id="5" name="">
            <a:extLst>
              <a:ext uri="{0367047B-F155-4FDF-B0F7-82B756AEFA7A}">
                <a16:creationId xmlns:a16="http://schemas.microsoft.com/office/drawing/2010/main" id="{0D4D2446-A949-494D-969F-62F1044925F7}"/>
              </a:ext>
            </a:extLst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2340311" y="3524012"/>
            <a:ext cx="1415376" cy="837514"/>
          </a:xfrm>
          <a:prstGeom prst="rect">
            <a:avLst/>
          </a:prstGeom>
          <a:noFill/>
        </p:spPr>
      </p:pic>
      <p:pic>
        <p:nvPicPr>
          <p:cNvPr id="6" name="">
            <a:extLst>
              <a:ext uri="{20E71097-BEFE-4FE9-9F52-D1D0CC86229C}">
                <a16:creationId xmlns:a16="http://schemas.microsoft.com/office/drawing/2010/main" id="{62A485FE-7667-454C-AEB7-CB8C65825DFA}"/>
              </a:ext>
            </a:extLst>
          </p:cNvPr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flipH="false" flipV="false" rot="0">
            <a:off x="4396263" y="1172603"/>
            <a:ext cx="861479" cy="953309"/>
          </a:xfrm>
          <a:prstGeom prst="rect">
            <a:avLst/>
          </a:prstGeom>
          <a:noFill/>
        </p:spPr>
      </p:pic>
      <p:pic>
        <p:nvPicPr>
          <p:cNvPr id="7" name="">
            <a:extLst>
              <a:ext uri="{E9A1984F-C2C0-4CF7-8F6D-609DD0A72AEA}">
                <a16:creationId xmlns:a16="http://schemas.microsoft.com/office/drawing/2010/main" id="{CDCE6440-FEE1-43DF-9F17-04E5305840A3}"/>
              </a:ext>
            </a:extLst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flipH="false" flipV="false" rot="0">
            <a:off x="4410551" y="2389127"/>
            <a:ext cx="803852" cy="822121"/>
          </a:xfrm>
          <a:prstGeom prst="rect">
            <a:avLst/>
          </a:prstGeom>
          <a:noFill/>
        </p:spPr>
      </p:pic>
      <p:pic>
        <p:nvPicPr>
          <p:cNvPr id="8" name="">
            <a:extLst>
              <a:ext uri="{EA80992F-8226-4DA9-B35C-7E95004A8D76}">
                <a16:creationId xmlns:a16="http://schemas.microsoft.com/office/drawing/2010/main" id="{67BFC022-4407-4BBD-8462-076B0FE65B92}"/>
              </a:ext>
            </a:extLst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flipH="false" flipV="false" rot="0">
            <a:off x="6050499" y="1206293"/>
            <a:ext cx="888825" cy="788898"/>
          </a:xfrm>
          <a:prstGeom prst="rect">
            <a:avLst/>
          </a:prstGeom>
          <a:noFill/>
        </p:spPr>
      </p:pic>
      <p:pic>
        <p:nvPicPr>
          <p:cNvPr id="9" name="">
            <a:extLst>
              <a:ext uri="{8C09763D-F073-4835-97E5-5BF94A8CD057}">
                <a16:creationId xmlns:a16="http://schemas.microsoft.com/office/drawing/2010/main" id="{CF4B056C-D9D1-4CB9-9DE5-A9D1762D13B3}"/>
              </a:ext>
            </a:extLst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flipH="false" flipV="false" rot="0">
            <a:off x="6016780" y="2325271"/>
            <a:ext cx="880014" cy="939393"/>
          </a:xfrm>
          <a:prstGeom prst="rect">
            <a:avLst/>
          </a:prstGeom>
          <a:noFill/>
        </p:spPr>
      </p:pic>
      <p:pic>
        <p:nvPicPr>
          <p:cNvPr id="10" name="">
            <a:extLst>
              <a:ext uri="{804B3C4F-B8F5-44C7-A555-B38FE603FBD6}">
                <a16:creationId xmlns:a16="http://schemas.microsoft.com/office/drawing/2010/main" id="{F40093FB-4EC5-409B-8C42-2A6C3737F7C0}"/>
              </a:ext>
            </a:extLst>
          </p:cNvPr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flipH="false" flipV="false" rot="0">
            <a:off x="4387319" y="3648922"/>
            <a:ext cx="850315" cy="892483"/>
          </a:xfrm>
          <a:prstGeom prst="rect">
            <a:avLst/>
          </a:prstGeom>
          <a:noFill/>
        </p:spPr>
      </p:pic>
      <p:pic>
        <p:nvPicPr>
          <p:cNvPr id="11" name="">
            <a:extLst>
              <a:ext uri="{222256CB-DB11-4A60-8F15-29D7EE807982}">
                <a16:creationId xmlns:a16="http://schemas.microsoft.com/office/drawing/2010/main" id="{4D6416FE-51D8-401B-9AD7-8D27660BF192}"/>
              </a:ext>
            </a:extLst>
          </p:cNvPr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flipH="false" flipV="false" rot="0">
            <a:off x="6137033" y="3648922"/>
            <a:ext cx="715756" cy="617591"/>
          </a:xfrm>
          <a:prstGeom prst="rect">
            <a:avLst/>
          </a:prstGeom>
          <a:noFill/>
        </p:spPr>
      </p:pic>
    </p:spTree>
    <p:extLst>
      <p:ext uri="{80518AB7-7648-475C-A698-9C8B7E587C3B}">
        <p14:creationId xmlns:p14="http://schemas.microsoft.com/office/powerpoint/2010/main" val="173496192358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0041540E-A72A-4E39-B614-97E4D153494D}">
                <a16:creationId xmlns:a16="http://schemas.microsoft.com/office/drawing/2010/main" id="{061D6515-1136-4362-953D-C6FBEE426FA1}"/>
              </a:ext>
            </a:extLst>
          </p:cNvPr>
          <p:cNvSpPr txBox="1"/>
          <p:nvPr/>
        </p:nvSpPr>
        <p:spPr>
          <a:xfrm rot="0">
            <a:off x="2010013" y="4038847"/>
            <a:ext cx="5006263" cy="838019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 algn="ctr" lvl="0"/>
            <a:r>
              <a:rPr b="1" dirty="0" lang="en-US" sz="900" u="none">
                <a:solidFill>
                  <a:schemeClr val="tx1"/>
                </a:solidFill>
                <a:latin typeface="Zoho Puvi"/>
              </a:rPr>
              <a:t>Available for</a:t>
            </a:r>
          </a:p>
          <a:p>
            <a:pPr algn="ctr"/>
            <a:r>
              <a:rPr b="0" dirty="0" lang="en-US" sz="800">
                <a:solidFill>
                  <a:srgbClr val="0070c0"/>
                </a:solidFill>
                <a:latin typeface="Zoho Puvi"/>
              </a:rPr>
              <a:t>Enterprise IT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 </a:t>
            </a:r>
            <a:r>
              <a:rPr b="1" dirty="0" lang="en-US" sz="800">
                <a:solidFill>
                  <a:schemeClr val="bg1">
                    <a:lumMod val="50000"/>
                  </a:schemeClr>
                </a:solidFill>
                <a:latin typeface="Zoho Puvi"/>
              </a:rPr>
              <a:t>|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Managed service providers (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MSPs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)</a:t>
            </a:r>
          </a:p>
          <a:p>
            <a:pPr algn="ctr"/>
            <a:r>
              <a:rPr b="1" dirty="0" lang="en-US" sz="800">
                <a:solidFill>
                  <a:srgbClr val="000000"/>
                </a:solidFill>
                <a:latin typeface="Zoho Puvi"/>
              </a:rPr>
              <a:t>a</a:t>
            </a:r>
            <a:r>
              <a:rPr b="1" dirty="0" lang="en-US" sz="800">
                <a:solidFill>
                  <a:srgbClr val="000000"/>
                </a:solidFill>
                <a:latin typeface="Zoho Puvi"/>
              </a:rPr>
              <a:t>s</a:t>
            </a:r>
          </a:p>
          <a:p>
            <a:pPr algn="ctr" indent="0"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Self-hosted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on-premises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 </a:t>
            </a:r>
          </a:p>
          <a:p>
            <a:pPr algn="ctr" indent="0"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Self-hosted in public cloud (AWS, Azure)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 </a:t>
            </a:r>
          </a:p>
          <a:p>
            <a:pPr algn="ctr" indent="0"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Zoho Cloud-native</a:t>
            </a:r>
            <a:endParaRPr b="0" dirty="0" lang="en-US" sz="800">
              <a:solidFill>
                <a:srgbClr val="0070c0"/>
              </a:solidFill>
              <a:latin typeface="Zoho Puvi"/>
            </a:endParaRPr>
          </a:p>
        </p:txBody>
      </p:sp>
      <p:grpSp>
        <p:nvGrpSpPr>
          <p:cNvPr id="3" name="">
            <a:extLst>
              <a:ext uri="{21F5FC11-D510-4B0B-BA5E-E74633E53409}">
                <a16:creationId xmlns:a16="http://schemas.microsoft.com/office/drawing/2010/main" id="{ED0F4204-F0ED-4441-8924-CFEED45B214E}"/>
              </a:ext>
            </a:extLst>
          </p:cNvPr>
          <p:cNvGrpSpPr>
            <a:grpSpLocks noChangeAspect="true"/>
          </p:cNvGrpSpPr>
          <p:nvPr/>
        </p:nvGrpSpPr>
        <p:grpSpPr>
          <a:xfrm flipH="false" flipV="false" rot="0">
            <a:off x="285092" y="161925"/>
            <a:ext cx="8497129" cy="4809077"/>
            <a:chOff x="285092" y="238125"/>
            <a:chExt cx="8497129" cy="4809077"/>
          </a:xfrm>
        </p:grpSpPr>
        <p:sp>
          <p:nvSpPr>
            <p:cNvPr id="4" name="">
              <a:extLst>
                <a:ext uri="{620307BA-C136-480D-AD85-043774012777}">
                  <a16:creationId xmlns:a16="http://schemas.microsoft.com/office/drawing/2010/main" id="{CB0DCF07-F9BC-4AC8-AED7-FFB8BFC6314D}"/>
                </a:ext>
              </a:extLst>
            </p:cNvPr>
            <p:cNvSpPr txBox="1"/>
            <p:nvPr/>
          </p:nvSpPr>
          <p:spPr>
            <a:xfrm rot="0">
              <a:off x="6015009" y="238125"/>
              <a:ext cx="2767212" cy="1463516"/>
            </a:xfrm>
            <a:prstGeom prst="rect">
              <a:avLst/>
            </a:prstGeom>
            <a:noFill/>
          </p:spPr>
          <p:txBody>
            <a:bodyPr rtlCol="0" wrap="none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b="1" dirty="0" lang="en-US" sz="900">
                  <a:solidFill>
                    <a:srgbClr val="000000"/>
                  </a:solidFill>
                  <a:latin typeface="Zoho Puvi"/>
                  <a:hlinkClick r:id="rId2"/>
                </a:rPr>
                <a:t>Unified endpoint management </a:t>
              </a:r>
              <a:r>
                <a:rPr b="1" dirty="0" lang="en-US" sz="900">
                  <a:solidFill>
                    <a:srgbClr val="000000"/>
                  </a:solidFill>
                  <a:latin typeface="Zoho Puvi"/>
                  <a:hlinkClick r:id="rId3"/>
                </a:rPr>
                <a:t>and </a:t>
              </a:r>
              <a:r>
                <a:rPr b="1" dirty="0" lang="en-US" sz="900">
                  <a:solidFill>
                    <a:srgbClr val="000000"/>
                  </a:solidFill>
                  <a:latin typeface="Zoho Puvi"/>
                  <a:hlinkClick r:id="rId4"/>
                </a:rPr>
                <a:t>security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Desktop, server, and mobile device management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OS and software deployment 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Automated patch management 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Continuous vulnerability assessment and remediation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Web and data security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Endpoint privilege management 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Next-generation antivirus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Endpoint analytics and telemetry 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Remote monitoring and management</a:t>
              </a:r>
            </a:p>
            <a:p>
              <a:pPr>
                <a:lnSpc>
                  <a:spcPct val="115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/>
              </a:r>
              <a:endParaRPr b="0" dirty="0" lang="en-US" sz="800">
                <a:solidFill>
                  <a:srgbClr val="0070c0"/>
                </a:solidFill>
                <a:latin typeface="Zoho Puvi"/>
              </a:endParaRPr>
            </a:p>
          </p:txBody>
        </p:sp>
        <p:sp>
          <p:nvSpPr>
            <p:cNvPr id="5" name="">
              <a:extLst>
                <a:ext uri="{8F570B94-8CDD-4D1D-9907-AAFF34921A37}">
                  <a16:creationId xmlns:a16="http://schemas.microsoft.com/office/drawing/2010/main" id="{3829FCB0-7797-4577-80EE-2FCE2E86D2B9}"/>
                </a:ext>
              </a:extLst>
            </p:cNvPr>
            <p:cNvSpPr txBox="1"/>
            <p:nvPr/>
          </p:nvSpPr>
          <p:spPr>
            <a:xfrm rot="0">
              <a:off x="6000912" y="2825400"/>
              <a:ext cx="2517819" cy="1426111"/>
            </a:xfrm>
            <a:prstGeom prst="rect">
              <a:avLst/>
            </a:prstGeom>
            <a:noFill/>
          </p:spPr>
          <p:txBody>
            <a:bodyPr rtlCol="0"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b="1" dirty="0" lang="en-US" sz="900">
                  <a:solidFill>
                    <a:srgbClr val="000000"/>
                  </a:solidFill>
                  <a:latin typeface="Zoho Puvi"/>
                  <a:hlinkClick r:id="rId5"/>
                </a:rPr>
                <a:t>Advanced IT analytics</a:t>
              </a:r>
            </a:p>
            <a:p>
              <a:pPr>
                <a:lnSpc>
                  <a:spcPct val="120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Unified insights into all of IT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AI-driven, self-service advanced analytics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Pre-built contextual reports and dashboards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 for 200+ IT apps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Automatic report creation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 through an analytics assistant</a:t>
              </a:r>
            </a:p>
            <a:p>
              <a:pPr>
                <a:lnSpc>
                  <a:spcPct val="120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Business outcome simulations and predictions</a:t>
              </a:r>
            </a:p>
            <a:p>
              <a:pPr>
                <a:lnSpc>
                  <a:spcPct val="120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Comprehensive </a:t>
              </a:r>
              <a:r>
                <a:rPr b="0" dirty="0" err="1" lang="en-US" sz="800">
                  <a:solidFill>
                    <a:srgbClr val="0070c0"/>
                  </a:solidFill>
                  <a:latin typeface="Zoho Puvi"/>
                </a:rPr>
                <a:t>SaaS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 management</a:t>
              </a:r>
              <a:endParaRPr b="0" dirty="0" lang="en-US" sz="800">
                <a:solidFill>
                  <a:srgbClr val="0070c0"/>
                </a:solidFill>
                <a:latin typeface="Zoho Puvi"/>
              </a:endParaRPr>
            </a:p>
          </p:txBody>
        </p:sp>
        <p:sp>
          <p:nvSpPr>
            <p:cNvPr id="6" name="">
              <a:extLst>
                <a:ext uri="{823D95FE-13B1-452F-80DA-F79530E96E24}">
                  <a16:creationId xmlns:a16="http://schemas.microsoft.com/office/drawing/2010/main" id="{9667D351-F5BA-4D8A-AD26-9F20802FEDE4}"/>
                </a:ext>
              </a:extLst>
            </p:cNvPr>
            <p:cNvSpPr txBox="1"/>
            <p:nvPr/>
          </p:nvSpPr>
          <p:spPr>
            <a:xfrm rot="0">
              <a:off x="285092" y="3209715"/>
              <a:ext cx="2977981" cy="1837486"/>
            </a:xfrm>
            <a:prstGeom prst="rect">
              <a:avLst/>
            </a:prstGeom>
            <a:noFill/>
          </p:spPr>
          <p:txBody>
            <a:bodyPr rtlCol="0" wrap="none">
              <a:spAutoFit/>
            </a:bodyPr>
            <a:lstStyle/>
            <a:p>
              <a:pPr/>
              <a:r>
                <a:rPr b="1" dirty="0" err="1" lang="en-US" sz="900">
                  <a:solidFill>
                    <a:srgbClr val="000000"/>
                  </a:solidFill>
                  <a:latin typeface="Zoho Puvi"/>
                  <a:hlinkClick r:id="rId6"/>
                </a:rPr>
                <a:t>IT operations management and </a:t>
              </a:r>
              <a:r>
                <a:rPr b="1" dirty="0" lang="en-US" sz="900">
                  <a:solidFill>
                    <a:srgbClr val="000000"/>
                  </a:solidFill>
                  <a:latin typeface="Zoho Puvi"/>
                  <a:hlinkClick r:id="rId7"/>
                </a:rPr>
                <a:t>observability</a:t>
              </a:r>
              <a:r>
                <a:rPr b="1" dirty="0" lang="en-US" sz="900">
                  <a:solidFill>
                    <a:srgbClr val="000000"/>
                  </a:solidFill>
                  <a:latin typeface="Zoho Puvi"/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Full-stack 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observab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i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lity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Artificial Intelligence-powered IT operations (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AIOps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) 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End-user experience monitoring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Application performance monitoring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Cloud and Infrastructure monitoring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Network performance monitoring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Network 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traffic and bandwidth analysis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Network security and automation</a:t>
              </a:r>
            </a:p>
            <a:p>
              <a:pPr indent="0">
                <a:lnSpc>
                  <a:spcPct val="120000"/>
                </a:lnSpc>
                <a:buNone/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Network change, configuration, and compliance management</a:t>
              </a:r>
            </a:p>
            <a:p>
              <a:pPr>
                <a:lnSpc>
                  <a:spcPct val="120000"/>
                </a:lnSpc>
              </a:pP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DNS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, IP address, and 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s</a:t>
              </a:r>
              <a:r>
                <a:rPr b="0" dirty="0" lang="en-US" sz="800">
                  <a:solidFill>
                    <a:srgbClr val="0070c0"/>
                  </a:solidFill>
                  <a:latin typeface="Zoho Puvi"/>
                </a:rPr>
                <a:t>witch port management</a:t>
              </a:r>
              <a:endParaRPr b="0" dirty="0" lang="en-US" sz="800">
                <a:solidFill>
                  <a:srgbClr val="0070c0"/>
                </a:solidFill>
                <a:latin typeface="Zoho Puvi"/>
              </a:endParaRPr>
            </a:p>
          </p:txBody>
        </p:sp>
      </p:grpSp>
      <p:sp>
        <p:nvSpPr>
          <p:cNvPr id="7" name="">
            <a:extLst>
              <a:ext uri="{25DEEC11-2E26-464A-BD50-69AFE72DC4B2}">
                <a16:creationId xmlns:a16="http://schemas.microsoft.com/office/drawing/2010/main" id="{A3C55CFC-2A6E-495A-A25D-C84CB8A6C457}"/>
              </a:ext>
            </a:extLst>
          </p:cNvPr>
          <p:cNvSpPr txBox="1"/>
          <p:nvPr/>
        </p:nvSpPr>
        <p:spPr>
          <a:xfrm rot="0">
            <a:off x="285092" y="1685477"/>
            <a:ext cx="2427627" cy="1409938"/>
          </a:xfrm>
          <a:prstGeom prst="rect">
            <a:avLst/>
          </a:prstGeom>
          <a:noFill/>
        </p:spPr>
        <p:txBody>
          <a:bodyPr rtlCol="0" wrap="none">
            <a:noAutofit/>
          </a:bodyPr>
          <a:lstStyle/>
          <a:p>
            <a:pPr>
              <a:lnSpc>
                <a:spcPct val="115000"/>
              </a:lnSpc>
            </a:pPr>
            <a:r>
              <a:rPr b="1" dirty="0" lang="en-US" sz="900">
                <a:solidFill>
                  <a:srgbClr val="000000"/>
                </a:solidFill>
                <a:latin typeface="Zoho Puvi"/>
                <a:hlinkClick r:id="rId8"/>
              </a:rPr>
              <a:t>I</a:t>
            </a:r>
            <a:r>
              <a:rPr b="1" dirty="0" lang="en-US" sz="900">
                <a:solidFill>
                  <a:srgbClr val="000000"/>
                </a:solidFill>
                <a:latin typeface="Zoho Puvi"/>
                <a:hlinkClick r:id="rId9"/>
              </a:rPr>
              <a:t>dentity and </a:t>
            </a:r>
            <a:r>
              <a:rPr b="1" dirty="0" lang="en-US" sz="900">
                <a:solidFill>
                  <a:srgbClr val="000000"/>
                </a:solidFill>
                <a:latin typeface="Zoho Puvi"/>
                <a:hlinkClick r:id="rId10"/>
              </a:rPr>
              <a:t>access</a:t>
            </a:r>
            <a:r>
              <a:rPr b="1" dirty="0" lang="en-US" sz="900">
                <a:solidFill>
                  <a:srgbClr val="000000"/>
                </a:solidFill>
                <a:latin typeface="Zoho Puvi"/>
                <a:hlinkClick r:id="rId11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  <a:hlinkClick r:id="rId12"/>
              </a:rPr>
              <a:t>management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Identity governance and administration 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Privileged identity 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access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management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AD and Azure AD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management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auditing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SSO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for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on-premises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and cloud apps, with MFA 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Password self-service and sync 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Microsoft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365 and Exchange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management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auditing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AD and Exchange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backup and recovery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SSH 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SSL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certificate management</a:t>
            </a:r>
            <a:endParaRPr b="0" dirty="0" lang="en-US" sz="8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8" name="">
            <a:extLst>
              <a:ext uri="{8DD34FCA-79AF-4E2F-A406-C1DC5AA2D6D8}">
                <a16:creationId xmlns:a16="http://schemas.microsoft.com/office/drawing/2010/main" id="{CFB1E935-8B9B-4D9E-9E40-AF7B6491D851}"/>
              </a:ext>
            </a:extLst>
          </p:cNvPr>
          <p:cNvSpPr txBox="1"/>
          <p:nvPr/>
        </p:nvSpPr>
        <p:spPr>
          <a:xfrm rot="0">
            <a:off x="5996111" y="1647377"/>
            <a:ext cx="2805001" cy="1133579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>
              <a:lnSpc>
                <a:spcPct val="120000"/>
              </a:lnSpc>
            </a:pPr>
            <a:r>
              <a:rPr b="1" dirty="0" lang="en-US" sz="900">
                <a:solidFill>
                  <a:srgbClr val="000000"/>
                </a:solidFill>
                <a:latin typeface="Zoho Puvi"/>
                <a:hlinkClick r:id="rId13"/>
              </a:rPr>
              <a:t>Security information and event </a:t>
            </a:r>
            <a:r>
              <a:rPr b="1" dirty="0" lang="en-US" sz="900">
                <a:solidFill>
                  <a:srgbClr val="000000"/>
                </a:solidFill>
                <a:latin typeface="Zoho Puvi"/>
                <a:hlinkClick r:id="rId14"/>
              </a:rPr>
              <a:t>management</a:t>
            </a:r>
          </a:p>
          <a:p>
            <a:pPr>
              <a:lnSpc>
                <a:spcPct val="120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Unified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SIEM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for cloud 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on-premises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ML-driven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user and entity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behavior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analytics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Advanced threat analytics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Cloud access security broker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err="1" lang="en-US" sz="800">
                <a:solidFill>
                  <a:srgbClr val="0070c0"/>
                </a:solidFill>
                <a:latin typeface="Zoho Puvi"/>
              </a:rPr>
              <a:t>Data leak prevention and risk assessment 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err="1" lang="en-US" sz="800">
                <a:solidFill>
                  <a:srgbClr val="0070c0"/>
                </a:solidFill>
                <a:latin typeface="Zoho Puvi"/>
              </a:rPr>
              <a:t>Regulatory and privacy compliance </a:t>
            </a:r>
            <a:endParaRPr b="0" dirty="0" err="1" lang="en-US" sz="8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9" name="">
            <a:extLst>
              <a:ext uri="{DE947D2B-6115-4F1A-8423-266D79E18D9A}">
                <a16:creationId xmlns:a16="http://schemas.microsoft.com/office/drawing/2010/main" id="{EB8C8B79-98EC-47E7-97D1-260F75625159}"/>
              </a:ext>
            </a:extLst>
          </p:cNvPr>
          <p:cNvSpPr txBox="1"/>
          <p:nvPr/>
        </p:nvSpPr>
        <p:spPr>
          <a:xfrm rot="0">
            <a:off x="307143" y="161925"/>
            <a:ext cx="2636329" cy="1931279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 indent="0" marL="0">
              <a:lnSpc>
                <a:spcPct val="115000"/>
              </a:lnSpc>
              <a:buFont typeface="Arial"/>
              <a:buNone/>
            </a:pPr>
            <a:r>
              <a:rPr b="1" dirty="0" lang="en-US" sz="900" u="none">
                <a:solidFill>
                  <a:schemeClr val="tx1"/>
                </a:solidFill>
                <a:latin typeface="Zoho Puvi"/>
                <a:hlinkClick r:id="rId15"/>
              </a:rPr>
              <a:t>Unified s</a:t>
            </a:r>
            <a:r>
              <a:rPr b="1" dirty="0" lang="en-US" sz="900" u="none">
                <a:solidFill>
                  <a:schemeClr val="tx1"/>
                </a:solidFill>
                <a:latin typeface="Zoho Puvi"/>
                <a:hlinkClick r:id="rId16"/>
              </a:rPr>
              <a:t>ervice </a:t>
            </a:r>
            <a:r>
              <a:rPr b="1" dirty="0" lang="en-US" sz="900" u="none">
                <a:solidFill>
                  <a:schemeClr val="tx1"/>
                </a:solidFill>
                <a:latin typeface="Zoho Puvi"/>
                <a:hlinkClick r:id="rId17"/>
              </a:rPr>
              <a:t>management</a:t>
            </a:r>
          </a:p>
          <a:p>
            <a:pPr>
              <a:lnSpc>
                <a:spcPct val="115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Enterprise and IT service management platform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Single-touch workflow automation for IT and business processes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Custom workflows and lifecycle management for key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ITSM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practices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AI-powered virtual assistant and conversational agent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Best practice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ITSM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framework implementation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IT asset management with a </a:t>
            </a:r>
            <a:r>
              <a:rPr b="0" dirty="0" err="1" lang="en-US" sz="800">
                <a:solidFill>
                  <a:srgbClr val="0070c0"/>
                </a:solidFill>
                <a:latin typeface="Zoho Puvi"/>
              </a:rPr>
              <a:t>CMDB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Single enterprise service portal for all departments</a:t>
            </a:r>
          </a:p>
          <a:p>
            <a:pPr indent="0">
              <a:lnSpc>
                <a:spcPct val="115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Advanced reporting dashboards and analytics </a:t>
            </a:r>
            <a:endParaRPr b="0" dirty="0" lang="en-US" sz="8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10" name="">
            <a:extLst>
              <a:ext uri="{46A1A2FA-728B-4D1C-A367-66BC9F5FD1A0}">
                <a16:creationId xmlns:a16="http://schemas.microsoft.com/office/drawing/2010/main" id="{CCC3E086-B909-41E3-B116-DE5C3988C7A5}"/>
              </a:ext>
            </a:extLst>
          </p:cNvPr>
          <p:cNvSpPr txBox="1"/>
          <p:nvPr/>
        </p:nvSpPr>
        <p:spPr>
          <a:xfrm flipH="false" flipV="false" rot="0">
            <a:off x="3308375" y="123825"/>
            <a:ext cx="2527258" cy="33903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1" dirty="0" lang="en-US" sz="1600">
                <a:solidFill>
                  <a:schemeClr val="tx1"/>
                </a:solidFill>
                <a:latin typeface="Zoho Puvi-heavy"/>
              </a:rPr>
              <a:t>Take control of your IT </a:t>
            </a:r>
            <a:endParaRPr b="1" dirty="0" lang="en-US" sz="1600">
              <a:solidFill>
                <a:schemeClr val="tx1"/>
              </a:solidFill>
              <a:latin typeface="Zoho Puvi-heavy"/>
            </a:endParaRPr>
          </a:p>
        </p:txBody>
      </p:sp>
      <p:pic>
        <p:nvPicPr>
          <p:cNvPr id="11" name="">
            <a:extLst>
              <a:ext uri="{EE4BF586-CCE6-44D5-BC27-45FEC1EA87DA}">
                <a16:creationId xmlns:a16="http://schemas.microsoft.com/office/drawing/2010/main" id="{380EBA2C-E675-47A5-A663-F1A151F92765}"/>
              </a:ext>
            </a:extLst>
          </p:cNvPr>
          <p:cNvPicPr>
            <a:picLocks noChangeAspect="true"/>
          </p:cNvPicPr>
          <p:nvPr/>
        </p:nvPicPr>
        <p:blipFill>
          <a:blip r:embed="rId18"/>
          <a:srcRect b="0" l="2840" r="2840" t="0"/>
          <a:stretch>
            <a:fillRect/>
          </a:stretch>
        </p:blipFill>
        <p:spPr>
          <a:xfrm flipH="false" flipV="false" rot="0">
            <a:off x="3187741" y="500957"/>
            <a:ext cx="2564111" cy="2564111"/>
          </a:xfrm>
          <a:prstGeom prst="rect">
            <a:avLst/>
          </a:prstGeom>
          <a:noFill/>
        </p:spPr>
      </p:pic>
      <p:sp>
        <p:nvSpPr>
          <p:cNvPr id="12" name="">
            <a:extLst>
              <a:ext uri="{14F74281-BF50-4A12-AA0E-6C21C8BEDF21}">
                <a16:creationId xmlns:a16="http://schemas.microsoft.com/office/drawing/2010/main" id="{282CB5BA-149F-470C-9331-7DABA32D068F}"/>
              </a:ext>
            </a:extLst>
          </p:cNvPr>
          <p:cNvSpPr txBox="1"/>
          <p:nvPr/>
        </p:nvSpPr>
        <p:spPr>
          <a:xfrm rot="0">
            <a:off x="6019752" y="3818067"/>
            <a:ext cx="2662875" cy="1133579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>
              <a:lnSpc>
                <a:spcPct val="120000"/>
              </a:lnSpc>
            </a:pPr>
            <a:r>
              <a:rPr b="1" dirty="0" lang="en-US" sz="900">
                <a:solidFill>
                  <a:srgbClr val="000000"/>
                </a:solidFill>
                <a:latin typeface="Zoho Puvi"/>
                <a:hlinkClick r:id="rId19"/>
              </a:rPr>
              <a:t>Low-code app development</a:t>
            </a:r>
          </a:p>
          <a:p>
            <a:pPr>
              <a:lnSpc>
                <a:spcPct val="120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Custom solution builder </a:t>
            </a:r>
          </a:p>
          <a:p>
            <a:pPr>
              <a:lnSpc>
                <a:spcPct val="120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Digital transformation 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Citizen development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Business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and 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IT process management </a:t>
            </a:r>
          </a:p>
          <a:p>
            <a:pPr indent="0">
              <a:lnSpc>
                <a:spcPct val="120000"/>
              </a:lnSpc>
              <a:buNone/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R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ebrand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ed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mobile apps</a:t>
            </a:r>
          </a:p>
          <a:p>
            <a:pPr>
              <a:lnSpc>
                <a:spcPct val="120000"/>
              </a:lnSpc>
            </a:pPr>
            <a:r>
              <a:rPr b="0" dirty="0" lang="en-US" sz="800">
                <a:solidFill>
                  <a:srgbClr val="0070c0"/>
                </a:solidFill>
                <a:latin typeface="Zoho Puvi"/>
              </a:rPr>
              <a:t>Enhance</a:t>
            </a:r>
            <a:r>
              <a:rPr b="0" dirty="0" lang="en-US" sz="800">
                <a:solidFill>
                  <a:srgbClr val="0070c0"/>
                </a:solidFill>
                <a:latin typeface="Zoho Puvi"/>
              </a:rPr>
              <a:t> ManageEngine solutions</a:t>
            </a:r>
            <a:endParaRPr b="0" dirty="0" lang="en-US" sz="800">
              <a:solidFill>
                <a:srgbClr val="0070c0"/>
              </a:solidFill>
              <a:latin typeface="Zoho Puvi"/>
            </a:endParaRPr>
          </a:p>
        </p:txBody>
      </p:sp>
      <p:sp>
        <p:nvSpPr>
          <p:cNvPr id="13" name="">
            <a:extLst>
              <a:ext uri="{6F185665-F1CB-4ACA-A400-879AC8E3F1E1}">
                <a16:creationId xmlns:a16="http://schemas.microsoft.com/office/drawing/2010/main" id="{995C4EAE-72C8-44A6-8069-B34E4E2231B5}"/>
              </a:ext>
            </a:extLst>
          </p:cNvPr>
          <p:cNvSpPr txBox="1"/>
          <p:nvPr/>
        </p:nvSpPr>
        <p:spPr>
          <a:xfrm flipH="false" flipV="false" rot="0">
            <a:off x="3168148" y="3543814"/>
            <a:ext cx="2826677" cy="369493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900">
                <a:solidFill>
                  <a:srgbClr val="000000"/>
                </a:solidFill>
                <a:latin typeface="Zoho Puvi"/>
              </a:rPr>
              <a:t>Monitor,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manage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and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secure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your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digital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enterprise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with</a:t>
            </a:r>
            <a:r>
              <a:rPr b="1" dirty="0" err="1" lang="en-US" sz="900">
                <a:solidFill>
                  <a:srgbClr val="000000"/>
                </a:solidFill>
                <a:latin typeface="Zoho Puvi"/>
              </a:rPr>
              <a:t> </a:t>
            </a:r>
            <a:r>
              <a:rPr b="1" dirty="0" lang="en-US" sz="900">
                <a:solidFill>
                  <a:srgbClr val="000000"/>
                </a:solidFill>
                <a:latin typeface="Zoho Puvi"/>
              </a:rPr>
              <a:t>ManageEngine</a:t>
            </a:r>
            <a:endParaRPr b="1" dirty="0" lang="en-US" sz="900">
              <a:solidFill>
                <a:srgbClr val="000000"/>
              </a:solidFill>
              <a:latin typeface="Zoho Puvi"/>
            </a:endParaRPr>
          </a:p>
        </p:txBody>
      </p:sp>
    </p:spTree>
    <p:extLst>
      <p:ext uri="{6B81B57B-38A7-4562-ACF9-3A94BA9494E3}">
        <p14:creationId xmlns:p14="http://schemas.microsoft.com/office/powerpoint/2010/main" val="1734961923588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D6AC2E1E-3E1B-421A-AA59-AC8CD557BF7B}">
                <a16:creationId xmlns:a16="http://schemas.microsoft.com/office/drawing/2010/main" id="{6BC6B4DB-728F-44AE-BCD9-F4B26138B993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B1232E29-78F7-43EB-A893-D983BB7FC3F9}">
                <a16:creationId xmlns:a16="http://schemas.microsoft.com/office/drawing/2010/main" id="{20AC0DBB-A981-42DF-82E1-8BCDCF82053C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9BB2E414-1935-4492-BB44-D21694465174}">
                <a16:creationId xmlns:a16="http://schemas.microsoft.com/office/drawing/2010/main" id="{53F2A646-ACFA-4211-95BC-04E7B9103493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3798E97A-BF12-4F0B-814E-C3A9325A49AD}">
        <p14:creationId xmlns:p14="http://schemas.microsoft.com/office/powerpoint/2010/main" val="1734961923591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ocks:noModify" val="true"/>
  <p:tag name="lockers" val="prop: MODIFY&#10;locker: &quot;f88bcf2db123226a463de49417aadb06e5b2aded7f03701213e6ea05f14affcc&quot;&#10;"/>
</p:tagLst>
</file>

<file path=ppt/tags/tag4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/>
</file>

<file path=ppt/tags/tag5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3" val="Zoho Puvi-heavy"/>
  <p:tag name="webfont6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000000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000000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2024-11-12T23:16:01Z</dcterms:created>
  <dcterms:modified xsi:type="dcterms:W3CDTF">2024-11-13T02:25:38Z</dcterms:modified>
</cp:coreProperties>
</file>