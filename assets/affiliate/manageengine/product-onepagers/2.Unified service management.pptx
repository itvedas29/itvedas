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Default ContentType="image/png" Extension="png"/>
  <Default ContentType="image/jpeg" Extension="jpeg"/>
  <Override ContentType="application/x-fontdata" PartName="/ppt/fonts/font1.fntdata"/>
  <Override ContentType="application/x-fontdata" PartName="/ppt/fonts/font2.fntdata"/>
  <Override ContentType="application/x-fontdata" PartName="/ppt/fonts/font3.fntdata"/>
  <Override ContentType="application/x-fontdata" PartName="/ppt/fonts/font4.fntdata"/>
  <Override ContentType="application/x-fontdata" PartName="/ppt/fonts/font5.fntdata"/>
  <Override ContentType="application/x-fontdata" PartName="/ppt/fonts/font6.fntdata"/>
  <Override ContentType="application/x-fontdata" PartName="/ppt/fonts/font7.fntdata"/>
  <Override ContentType="application/vnd.openxmlformats-officedocument.presentationml.tags+xml" PartName="/ppt/tags/tag3.xml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jpeg" Type="http://schemas.openxmlformats.org/officeDocument/2006/relationships/image"/><Relationship Id="rId2" Target="/ppt/media/image2.png" Type="http://schemas.openxmlformats.org/officeDocument/2006/relationships/image"/><Relationship Id="rId3" Target="/ppt/media/image3.png" Type="http://schemas.openxmlformats.org/officeDocument/2006/relationships/image"/><Relationship Id="rId4" Target="/ppt/media/image4.png" Type="http://schemas.openxmlformats.org/officeDocument/2006/relationships/image"/><Relationship Id="rId5" Target="/ppt/media/image5.png" Type="http://schemas.openxmlformats.org/officeDocument/2006/relationships/image"/><Relationship Id="rId6" Target="/ppt/media/image6.png" Type="http://schemas.openxmlformats.org/officeDocument/2006/relationships/image"/><Relationship Id="rId7" Target="/ppt/media/image7.png" Type="http://schemas.openxmlformats.org/officeDocument/2006/relationships/image"/><Relationship Id="rId8" Target="/ppt/media/image8.png" Type="http://schemas.openxmlformats.org/officeDocument/2006/relationships/image"/><Relationship Id="rId9" Target="ppt/media/img_cc_black.png" Type="http://schemas.openxmlformats.org/officeDocument/2006/relationships/image"/><Relationship Id="rId10" Target="ppt/presentation.xml" Type="http://schemas.openxmlformats.org/officeDocument/2006/relationships/officeDocument"/><Relationship Id="rId11" Target="docProps/core.xml" Type="http://schemas.openxmlformats.org/package/2006/relationships/metadata/core-properties"/><Relationship Id="rId12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 type="screen16x9"/>
  <p:notesSz cx="9144000" cy="5143500"/>
  <p:embeddedFontLst>
    <p:embeddedFont>
      <p:font typeface="Zoho Puvi"/>
      <p:regular r:id="rId15"/>
      <p:bold r:id="rId16"/>
    </p:embeddedFont>
    <p:embeddedFont>
      <p:font typeface="Roboto"/>
      <p:regular r:id="rId18"/>
    </p:embeddedFont>
    <p:embeddedFont>
      <p:font typeface="Zoho Puvi-heavy"/>
      <p:regular r:id="rId17"/>
    </p:embeddedFont>
    <p:embeddedFont>
      <p:font typeface="Open Sans-demi_bold"/>
      <p:regular r:id="rId20"/>
    </p:embeddedFont>
    <p:embeddedFont>
      <p:font typeface="Open Sans"/>
      <p:regular r:id="rId19"/>
      <p:bold r:id="rId21"/>
    </p:embeddedFont>
  </p:embeddedFontLst>
  <p:custDataLst>
    <p:tags r:id="rId22"/>
  </p:custDataLst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slides/slide3.xml" Type="http://schemas.openxmlformats.org/officeDocument/2006/relationships/slide"/><Relationship Id="rId8" Target="slides/slide4.xml" Type="http://schemas.openxmlformats.org/officeDocument/2006/relationships/slide"/><Relationship Id="rId9" Target="slides/slide5.xml" Type="http://schemas.openxmlformats.org/officeDocument/2006/relationships/slide"/><Relationship Id="rId10" Target="slides/slide6.xml" Type="http://schemas.openxmlformats.org/officeDocument/2006/relationships/slide"/><Relationship Id="rId11" Target="slides/slide7.xml" Type="http://schemas.openxmlformats.org/officeDocument/2006/relationships/slide"/><Relationship Id="rId12" Target="slides/slide8.xml" Type="http://schemas.openxmlformats.org/officeDocument/2006/relationships/slide"/><Relationship Id="rId13" Target="slides/slide9.xml" Type="http://schemas.openxmlformats.org/officeDocument/2006/relationships/slide"/><Relationship Id="rId14" Target="tableStyles.xml" Type="http://schemas.openxmlformats.org/officeDocument/2006/relationships/tableStyles"/><Relationship Id="rId15" Target="fonts/font1.fntdata" Type="http://schemas.openxmlformats.org/officeDocument/2006/relationships/font"/><Relationship Id="rId16" Target="fonts/font2.fntdata" Type="http://schemas.openxmlformats.org/officeDocument/2006/relationships/font"/><Relationship Id="rId17" Target="fonts/font3.fntdata" Type="http://schemas.openxmlformats.org/officeDocument/2006/relationships/font"/><Relationship Id="rId18" Target="fonts/font4.fntdata" Type="http://schemas.openxmlformats.org/officeDocument/2006/relationships/font"/><Relationship Id="rId19" Target="fonts/font5.fntdata" Type="http://schemas.openxmlformats.org/officeDocument/2006/relationships/font"/><Relationship Id="rId20" Target="fonts/font6.fntdata" Type="http://schemas.openxmlformats.org/officeDocument/2006/relationships/font"/><Relationship Id="rId21" Target="fonts/font7.fntdata" Type="http://schemas.openxmlformats.org/officeDocument/2006/relationships/font"/><Relationship Id="rId22" Target="tags/tag3.xml" Type="http://schemas.openxmlformats.org/officeDocument/2006/relationships/tags"/><Relationship Id="rId23" Target="presProps.xml" Type="http://schemas.openxmlformats.org/officeDocument/2006/relationships/presProps"/><Relationship Id="rId24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2" Target="../media/image4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2" Target="../tags/tag1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2" Target="../tags/tag2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3E782C2-5BA0-4930-8DA9-B64364DBD505}">
                <a16:creationId xmlns:a16="http://schemas.microsoft.com/office/drawing/2010/main" id="{E11988BF-1E25-497F-8A76-B926FA20CD86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351643" y="2271771"/>
            <a:ext cx="6436178" cy="776702"/>
          </a:xfrm>
          <a:prstGeom prst="rect">
            <a:avLst/>
          </a:prstGeom>
        </p:spPr>
        <p:txBody>
          <a:bodyPr anchor="b" rtlCol="0"/>
          <a:lstStyle>
            <a:lvl1pPr algn="ctr" lvl="0">
              <a:defRPr dirty="0" lang="en-US" sz="44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61DFAA41-0DB1-41E1-8709-B306B340F5AA}">
                <a16:creationId xmlns:a16="http://schemas.microsoft.com/office/drawing/2010/main" id="{63BB652D-1289-46D0-B33C-F9E38AA5AAE8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351643" y="3056695"/>
            <a:ext cx="6436178" cy="494945"/>
          </a:xfrm>
          <a:prstGeom prst="rect">
            <a:avLst/>
          </a:prstGeom>
        </p:spPr>
        <p:txBody>
          <a:bodyPr anchor="t" lIns="91440" rtlCol="0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buNone/>
              <a:defRPr b="0" baseline="0" dirty="0" i="0" lang="en-US" sz="1400">
                <a:solidFill>
                  <a:schemeClr val="accent1"/>
                </a:solidFill>
                <a:latin typeface="+mn-lt"/>
              </a:defRPr>
            </a:lvl1pPr>
            <a:lvl2pPr algn="ctr" indent="0" lvl="1" marL="457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204F87CA-E8F8-4AB4-A062-5211A532CED6}">
                <a16:creationId xmlns:a16="http://schemas.microsoft.com/office/drawing/2010/main" id="{1059C746-08AF-46EB-B79B-A266C000876D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8EF48F6A-3C4D-415D-9946-64F4AF3F6B43}">
                <a16:creationId xmlns:a16="http://schemas.microsoft.com/office/drawing/2010/main" id="{4F14230D-5839-439E-B58F-532C4580B7D9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BE9D5C37-E25D-4E3B-B1B2-785538D82AE3}">
                <a16:creationId xmlns:a16="http://schemas.microsoft.com/office/drawing/2010/main" id="{AA0673B8-2BD1-4266-811C-56F6B8947F7F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1F658D36-2629-4F0E-977E-D4B64B43D93D}">
        <p14:creationId xmlns:p14="http://schemas.microsoft.com/office/powerpoint/2010/main" val="1734962073756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EFB02CA8-0EBC-46D4-957F-C1AD80FC73CE}">
                <a16:creationId xmlns:a16="http://schemas.microsoft.com/office/drawing/2010/main" id="{1E9096C6-3F8E-4049-A079-2D1932B6FEDE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>
              <a:defRPr b="1" dirty="0" lang="en-US">
                <a:latin typeface="Zoho Puvi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1C89570A-45FE-442D-9BBE-2CB9893BF0CA}">
                <a16:creationId xmlns:a16="http://schemas.microsoft.com/office/drawing/2010/main" id="{7376F418-B75F-42CA-BE76-1F23C05D9D9D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>
            <a:lvl1pPr lvl="0">
              <a:defRPr b="0" dirty="0" lang="en-US">
                <a:latin typeface="Zoho Puvi"/>
              </a:defRPr>
            </a:lvl1pPr>
            <a:lvl2pPr lvl="1">
              <a:defRPr b="0" dirty="0" lang="en-US">
                <a:latin typeface="Zoho Puvi"/>
              </a:defRPr>
            </a:lvl2pPr>
            <a:lvl3pPr lvl="2">
              <a:defRPr b="0" dirty="0" lang="en-US">
                <a:latin typeface="Zoho Puvi"/>
              </a:defRPr>
            </a:lvl3pPr>
            <a:lvl4pPr lvl="3">
              <a:defRPr b="0" dirty="0" lang="en-US">
                <a:latin typeface="Zoho Puvi"/>
              </a:defRPr>
            </a:lvl4pPr>
            <a:lvl5pPr lvl="4">
              <a:defRPr b="0" dirty="0" lang="en-US">
                <a:latin typeface="Zoho Puvi"/>
              </a:defRPr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Slide Number Placeholder 4">
            <a:extLst>
              <a:ext uri="{8ACD2D2C-4FB3-401A-BFE2-C813CEBAE808}">
                <a16:creationId xmlns:a16="http://schemas.microsoft.com/office/drawing/2010/main" id="{6CD125DD-9BDC-483D-8BA0-D4D748FC0FF1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3">
            <a:extLst>
              <a:ext uri="{CDF0E9F9-FD23-40AB-8688-45DA0F0E0973}">
                <a16:creationId xmlns:a16="http://schemas.microsoft.com/office/drawing/2010/main" id="{5DF6916E-F1E6-45DB-AD88-1D599DF3DBA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1">
            <a:extLst>
              <a:ext uri="{7B955C37-CF89-4C72-BB28-EFC227D3DC08}">
                <a16:creationId xmlns:a16="http://schemas.microsoft.com/office/drawing/2010/main" id="{6E4799DD-CC03-4E63-AA94-C567EC70B8E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7" name="">
            <a:extLst>
              <a:ext uri="{59C9A195-94DB-4445-AC39-8F139D4194CB}">
                <a16:creationId xmlns:a16="http://schemas.microsoft.com/office/drawing/2010/main" id="{0DD7957D-FE13-48A2-B276-02569731DB6A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337786" cy="1083954"/>
          </a:xfrm>
          <a:prstGeom prst="rect">
            <a:avLst/>
          </a:prstGeom>
          <a:noFill/>
        </p:spPr>
      </p:pic>
    </p:spTree>
    <p:extLst>
      <p:ext uri="{B886DE91-0F23-481F-8BEA-E813671E6332}">
        <p14:creationId xmlns:p14="http://schemas.microsoft.com/office/powerpoint/2010/main" val="1734962073757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Text Placeholder 2">
            <a:extLst>
              <a:ext uri="{07CC8963-D075-40F0-83EF-3B3B5FBE3B6D}">
                <a16:creationId xmlns:a16="http://schemas.microsoft.com/office/drawing/2010/main" id="{7E4B8570-E389-4962-86E2-D8E942EF0FB8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2192059"/>
            <a:ext cx="7620000" cy="511812"/>
          </a:xfrm>
          <a:prstGeom prst="rect">
            <a:avLst/>
          </a:prstGeom>
        </p:spPr>
        <p:txBody>
          <a:bodyPr anchor="b" rtlCol="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i="0" lang="en-US" sz="14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dirty="0" lang="en-US"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dirty="0" lang="en-US"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hidden="true" id="3" name="Title 1">
            <a:extLst>
              <a:ext uri="{1B44B69D-C3FB-4420-9E10-583696735B0F}">
                <a16:creationId xmlns:a16="http://schemas.microsoft.com/office/drawing/2010/main" id="{9BBAD1BD-58E2-4019-8172-6EA9965DB6D1}"/>
              </a:ext>
            </a:extLst>
          </p:cNvPr>
          <p:cNvSpPr>
            <a:spLocks noGrp="true"/>
          </p:cNvSpPr>
          <p:nvPr>
            <p:ph idx="1" type="title"/>
          </p:nvPr>
        </p:nvSpPr>
        <p:spPr>
          <a:xfrm rot="0">
            <a:off x="762000" y="2735662"/>
            <a:ext cx="7620000" cy="882263"/>
          </a:xfrm>
          <a:prstGeom prst="rect">
            <a:avLst/>
          </a:prstGeom>
        </p:spPr>
        <p:txBody>
          <a:bodyPr anchor="t" rtlCol="0"/>
          <a:lstStyle>
            <a:lvl1pPr lvl="0">
              <a:defRPr dirty="0" lang="en-US" sz="4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69B44F37-EB67-459B-BA84-8F73A2797418}">
                <a16:creationId xmlns:a16="http://schemas.microsoft.com/office/drawing/2010/main" id="{BAA1854F-1D6D-4756-AACF-FD2287FCC3DD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ACF5FB6B-7A1D-425F-BE33-3E61F4B4C529}">
                <a16:creationId xmlns:a16="http://schemas.microsoft.com/office/drawing/2010/main" id="{D55296C0-17ED-4784-9657-CB9488CE5B3F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309B3BCE-B8EC-45D7-AE09-97E7D8656556}">
                <a16:creationId xmlns:a16="http://schemas.microsoft.com/office/drawing/2010/main" id="{353D626D-99F2-4792-BB60-CE492CA7EF3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7" name="">
            <a:extLst>
              <a:ext uri="{706EE7B7-4092-4F9F-9D3C-5CE2B448C7AB}">
                <a16:creationId xmlns:a16="http://schemas.microsoft.com/office/drawing/2010/main" id="{4C3B2BAB-8342-4AF8-B6D4-508301EFDF6E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>
            <a:off x="0" y="0"/>
            <a:ext cx="9144000" cy="5143500"/>
          </a:xfrm>
          <a:prstGeom prst="rect">
            <a:avLst/>
          </a:prstGeom>
          <a:noFill/>
        </p:spPr>
      </p:pic>
    </p:spTree>
    <p:extLst>
      <p:ext uri="{25A3B231-6509-4D9B-B16F-22734B06CF92}">
        <p14:creationId xmlns:p14="http://schemas.microsoft.com/office/powerpoint/2010/main" val="1734962073758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A89FB903-2EE7-43A5-B31F-D205B67A6015}">
                <a16:creationId xmlns:a16="http://schemas.microsoft.com/office/drawing/2010/main" id="{175C681B-EAC6-400F-A65B-7790350AF582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true" flipV="false" rot="0">
            <a:off x="770" y="0"/>
            <a:ext cx="9144000" cy="5143500"/>
          </a:xfrm>
          <a:prstGeom prst="rect">
            <a:avLst/>
          </a:prstGeom>
          <a:noFill/>
        </p:spPr>
      </p:pic>
      <p:sp>
        <p:nvSpPr>
          <p:cNvPr hidden="true" id="3" name="Title 1">
            <a:extLst>
              <a:ext uri="{8A9ACE41-1874-4C7A-9C52-B6F622598071}">
                <a16:creationId xmlns:a16="http://schemas.microsoft.com/office/drawing/2010/main" id="{1D577E5F-06F3-48E3-8840-75EFF93D1437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4" name="Content Placeholder 2">
            <a:extLst>
              <a:ext uri="{C8AA110C-F305-4513-9D74-84949DFFC9A1}">
                <a16:creationId xmlns:a16="http://schemas.microsoft.com/office/drawing/2010/main" id="{1901B6FC-7B38-421F-9B23-68A32BB85C88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5" name="Content Placeholder 2">
            <a:extLst>
              <a:ext uri="{BFC5E629-B338-41B6-B154-A4577895273E}">
                <a16:creationId xmlns:a16="http://schemas.microsoft.com/office/drawing/2010/main" id="{C416FAA0-BE1E-4F29-B34B-DC625D9D1EEA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6" name="Slide Number Placeholder 6">
            <a:extLst>
              <a:ext uri="{52A532D4-5AB9-4D30-9A5A-D13816CA27DC}">
                <a16:creationId xmlns:a16="http://schemas.microsoft.com/office/drawing/2010/main" id="{51C1A41E-FABB-41C1-B397-EC08B79B4460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5">
            <a:extLst>
              <a:ext uri="{21F830FB-B371-42BD-AA20-B5A046C6888D}">
                <a16:creationId xmlns:a16="http://schemas.microsoft.com/office/drawing/2010/main" id="{914DC0C3-D443-4337-A6CF-7B6D9829F95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4">
            <a:extLst>
              <a:ext uri="{D4A994E5-BCDF-4781-943F-9639DC34D577}">
                <a16:creationId xmlns:a16="http://schemas.microsoft.com/office/drawing/2010/main" id="{741C5BC8-6A1E-4A10-90A3-B199AFA5CC80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FEA95111-45B1-49A6-B406-CE9C4457A82B}">
        <p14:creationId xmlns:p14="http://schemas.microsoft.com/office/powerpoint/2010/main" val="1734962073760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D07175B0-8916-4801-8C59-FBDC309DBDAF}">
                <a16:creationId xmlns:a16="http://schemas.microsoft.com/office/drawing/2010/main" id="{40CC02F5-678E-4A5B-AF08-D3B99D4624B3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3" name="Text Placeholder 4">
            <a:extLst>
              <a:ext uri="{0BDB3F81-1F2E-4A0F-A27A-0B088AE11621}">
                <a16:creationId xmlns:a16="http://schemas.microsoft.com/office/drawing/2010/main" id="{3933A88F-D45D-43A1-B594-0944C1150868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754717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09412EEB-C9EB-447D-A493-C921C102A1C1}">
                <a16:creationId xmlns:a16="http://schemas.microsoft.com/office/drawing/2010/main" id="{B383C9B5-07C5-47DC-9FB7-52A0B000F284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itle 1">
            <a:extLst>
              <a:ext uri="{2CAB8573-4907-441E-AB89-F1A9A54DE1B6}">
                <a16:creationId xmlns:a16="http://schemas.microsoft.com/office/drawing/2010/main" id="{CF88B3D0-1BA1-4AC9-92FC-443911641864}"/>
              </a:ext>
            </a:extLst>
          </p:cNvPr>
          <p:cNvSpPr>
            <a:spLocks noGrp="true"/>
          </p:cNvSpPr>
          <p:nvPr>
            <p:ph idx="3"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Content Placeholder 2">
            <a:extLst>
              <a:ext uri="{DD8DFC66-DEA3-4C77-B44C-404D1B0DFD3B}">
                <a16:creationId xmlns:a16="http://schemas.microsoft.com/office/drawing/2010/main" id="{E541CA62-FCC1-4087-B2B2-CD8BD16A66F6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4">
            <a:extLst>
              <a:ext uri="{9D8024BE-ED94-4926-A33E-292905487A3A}">
                <a16:creationId xmlns:a16="http://schemas.microsoft.com/office/drawing/2010/main" id="{A1422B59-393A-47A6-954B-3232D34AF721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Footer Placeholder 5">
            <a:extLst>
              <a:ext uri="{C17B6FBA-89FD-49BD-90AF-9BB79506BE5F}">
                <a16:creationId xmlns:a16="http://schemas.microsoft.com/office/drawing/2010/main" id="{BDABB982-ECF6-4F71-AB80-38B438558BA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Slide Number Placeholder 6">
            <a:extLst>
              <a:ext uri="{1B8D7E71-DC55-45A0-B4B3-5646D3E927FB}">
                <a16:creationId xmlns:a16="http://schemas.microsoft.com/office/drawing/2010/main" id="{2E4404D2-36B9-44ED-B4FB-DDAEC15F665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</p:spTree>
    <p:extLst>
      <p:ext uri="{4F48F687-7910-4E70-9BF2-FB0E57D3F2EA}">
        <p14:creationId xmlns:p14="http://schemas.microsoft.com/office/powerpoint/2010/main" val="1734962073761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7A9C191F-7376-4227-B092-0CA8B26E72E6}">
                <a16:creationId xmlns:a16="http://schemas.microsoft.com/office/drawing/2010/main" id="{F08BF5A0-3910-438C-A593-421B8B2EC74C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>
              <a:defRPr dirty="0" lang="en-US" sz="36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lide Number Placeholder 3">
            <a:extLst>
              <a:ext uri="{75DED612-FD61-4DA2-A0D8-B3D1E471EE02}">
                <a16:creationId xmlns:a16="http://schemas.microsoft.com/office/drawing/2010/main" id="{C48C1FE7-89CB-4369-814A-D7CD391D382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4" name="Footer Placeholder 2">
            <a:extLst>
              <a:ext uri="{1885C474-4D5D-4968-81B9-8FE200C2C62A}">
                <a16:creationId xmlns:a16="http://schemas.microsoft.com/office/drawing/2010/main" id="{78FDEBB0-52D2-4CA1-99BB-AB93F4E7988E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5" name="Date Placeholder 1">
            <a:extLst>
              <a:ext uri="{4E686C06-B066-448C-AB83-05836591D2AA}">
                <a16:creationId xmlns:a16="http://schemas.microsoft.com/office/drawing/2010/main" id="{D19FC4EC-12BB-43E7-881D-D715EF189D70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6" name="">
            <a:extLst>
              <a:ext uri="{A7BCB16A-0C02-41AB-AD6D-637211C673AF}">
                <a16:creationId xmlns:a16="http://schemas.microsoft.com/office/drawing/2010/main" id="{47C0AB32-E143-44FB-B714-437F5E2A0FC1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337786" cy="1083954"/>
          </a:xfrm>
          <a:prstGeom prst="rect">
            <a:avLst/>
          </a:prstGeom>
          <a:noFill/>
        </p:spPr>
      </p:pic>
    </p:spTree>
    <p:extLst>
      <p:ext uri="{1003DC3B-4205-4F87-BF56-D58113FEA798}">
        <p14:creationId xmlns:p14="http://schemas.microsoft.com/office/powerpoint/2010/main" val="1734962073762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7DBC141A-F951-4AB1-809C-405A9D46FBB0}">
                <a16:creationId xmlns:a16="http://schemas.microsoft.com/office/drawing/2010/main" id="{9C5776C6-B1B4-4589-8111-F4A8F5F67231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3" name="Footer Placeholder 2">
            <a:extLst>
              <a:ext uri="{49EFFAAC-3564-4AD5-9405-CCF0B1C57B6E}">
                <a16:creationId xmlns:a16="http://schemas.microsoft.com/office/drawing/2010/main" id="{513833F8-78E7-4FDC-8F0C-2BBBE537FA18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4" name="Date Placeholder 1">
            <a:extLst>
              <a:ext uri="{90EDC57A-51F4-4A1E-AF9A-43739BCA04EE}">
                <a16:creationId xmlns:a16="http://schemas.microsoft.com/office/drawing/2010/main" id="{DCD08C9E-774E-44E7-92E1-3407367B5B41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613EA8B4-2994-48B9-9CAB-75D6628EFA1E}">
        <p14:creationId xmlns:p14="http://schemas.microsoft.com/office/powerpoint/2010/main" val="1734962073763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7C285043-5DC0-41F3-BC33-146B24DF61C1}">
                <a16:creationId xmlns:a16="http://schemas.microsoft.com/office/drawing/2010/main" id="{724B44FA-7D7B-4452-AEEE-269E76F19456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3">
            <a:extLst>
              <a:ext uri="{10F8C615-5F01-4DD4-904B-C624D2483657}">
                <a16:creationId xmlns:a16="http://schemas.microsoft.com/office/drawing/2010/main" id="{DDB6E2DF-F62B-4783-9394-946755D6AB2A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C1E2C061-05A1-405B-AE7E-416526C3916B}">
                <a16:creationId xmlns:a16="http://schemas.microsoft.com/office/drawing/2010/main" id="{C881B6F6-9910-4D3D-955A-D9E8F0D1A517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3">
            <a:extLst>
              <a:ext uri="{DFEE2A3C-DF9C-4271-AE11-9007325BB6D6}">
                <a16:creationId xmlns:a16="http://schemas.microsoft.com/office/drawing/2010/main" id="{E1AE3DC9-382F-4B17-BAB6-D94C6C27A15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2">
            <a:extLst>
              <a:ext uri="{D9D69CC6-645E-4D06-A36E-936724612A8B}">
                <a16:creationId xmlns:a16="http://schemas.microsoft.com/office/drawing/2010/main" id="{759F4BBE-905F-48E3-845B-D549F3A3385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1">
            <a:extLst>
              <a:ext uri="{5563A2D9-AC3F-4D6A-9C48-65AB02A0B9A9}">
                <a16:creationId xmlns:a16="http://schemas.microsoft.com/office/drawing/2010/main" id="{F936DCE7-E950-4085-B829-CE42E955959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E7C33909-18F1-4ADD-8986-E3369C54DB7E}">
        <p14:creationId xmlns:p14="http://schemas.microsoft.com/office/powerpoint/2010/main" val="1734962073763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0481EA84-8FFF-4BC4-BF10-CA64A3BD94DC}">
                <a16:creationId xmlns:a16="http://schemas.microsoft.com/office/drawing/2010/main" id="{A7FFFCAD-845B-4257-B22A-3774F784BC76}"/>
              </a:ext>
            </a:extLst>
          </p:cNvPr>
          <p:cNvSpPr/>
          <p:nvPr/>
        </p:nvSpPr>
        <p:spPr>
          <a:xfrm rot="0">
            <a:off x="3718307" y="1437411"/>
            <a:ext cx="4663693" cy="3037029"/>
          </a:xfrm>
          <a:prstGeom prst="rect">
            <a:avLst/>
          </a:prstGeom>
          <a:noFill/>
          <a:ln cap="flat" w="6350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Title 1">
            <a:extLst>
              <a:ext uri="{61FCA42A-4449-4887-AF97-45DAE45F8156}">
                <a16:creationId xmlns:a16="http://schemas.microsoft.com/office/drawing/2010/main" id="{567C3AEE-410A-41E4-B88B-F3C8966B2A28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Text Placeholder 3">
            <a:extLst>
              <a:ext uri="{73F02E7C-EB41-42F2-A427-E8C9FF0B72B3}">
                <a16:creationId xmlns:a16="http://schemas.microsoft.com/office/drawing/2010/main" id="{EE599025-52F4-436C-A7D2-2F5535F3A7F3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Picture Placeholder 2">
            <a:extLst>
              <a:ext uri="{CCDEB5C0-A9CA-4426-B884-266757F20086}">
                <a16:creationId xmlns:a16="http://schemas.microsoft.com/office/drawing/2010/main" id="{3067CEC0-3758-4D15-A2F1-9A7F9456BAD5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Slide Number Placeholder 4">
            <a:extLst>
              <a:ext uri="{46F3BB82-7D26-4AC4-B44A-22B69AD29DFC}">
                <a16:creationId xmlns:a16="http://schemas.microsoft.com/office/drawing/2010/main" id="{978BE17C-B4CD-49DF-A541-5BF865DD22B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3">
            <a:extLst>
              <a:ext uri="{F1097EE6-2B77-4AD6-A211-C404064C4B91}">
                <a16:creationId xmlns:a16="http://schemas.microsoft.com/office/drawing/2010/main" id="{79BAF59D-3908-4F41-9559-D72D2253239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1">
            <a:extLst>
              <a:ext uri="{8057FEFE-CECC-4BBF-876B-6AFD9B2862B1}">
                <a16:creationId xmlns:a16="http://schemas.microsoft.com/office/drawing/2010/main" id="{BAEF0A23-DB61-49E0-8149-4E1868BD1880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7A908BF7-25F0-46B8-BB0A-97A032EC165C}">
        <p14:creationId xmlns:p14="http://schemas.microsoft.com/office/powerpoint/2010/main" val="1734962073765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D5A5A9DA-3217-46B5-A500-46FE8DA99673}">
                <a16:creationId xmlns:a16="http://schemas.microsoft.com/office/drawing/2010/main" id="{1D5D1BE1-2902-43F7-B9B6-E6DD1D053B4E}"/>
              </a:ext>
            </a:extLst>
          </p:cNvPr>
          <p:cNvSpPr/>
          <p:nvPr/>
        </p:nvSpPr>
        <p:spPr>
          <a:xfrm rot="0">
            <a:off x="774703" y="1417637"/>
            <a:ext cx="185052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Rectangle 20">
            <a:extLst>
              <a:ext uri="{C067362D-56DE-472F-A24D-8C2FFE961C7F}">
                <a16:creationId xmlns:a16="http://schemas.microsoft.com/office/drawing/2010/main" id="{490AEB21-EC92-4D6A-8149-6D588E45F57F}"/>
              </a:ext>
            </a:extLst>
          </p:cNvPr>
          <p:cNvSpPr/>
          <p:nvPr/>
        </p:nvSpPr>
        <p:spPr>
          <a:xfrm rot="0">
            <a:off x="2774950" y="1417637"/>
            <a:ext cx="358031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4" name="Rectangle 22">
            <a:extLst>
              <a:ext uri="{60BEEF8B-C990-4FF3-B5C4-519D4A4EE642}">
                <a16:creationId xmlns:a16="http://schemas.microsoft.com/office/drawing/2010/main" id="{D00AFEC7-0AB4-416F-A879-5D6023FDFD03}"/>
              </a:ext>
            </a:extLst>
          </p:cNvPr>
          <p:cNvSpPr/>
          <p:nvPr/>
        </p:nvSpPr>
        <p:spPr>
          <a:xfrm rot="0">
            <a:off x="6496050" y="1417637"/>
            <a:ext cx="1882776" cy="2192337"/>
          </a:xfrm>
          <a:custGeom>
            <a:avLst/>
            <a:gdLst/>
            <a:ahLst/>
            <a:cxnLst/>
            <a:rect b="b" l="0" r="r" t="0"/>
            <a:pathLst>
              <a:path h="2192337" w="1882776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5" name="Title 1">
            <a:extLst>
              <a:ext uri="{31595A68-F905-44AD-85BD-1B11F8FC46D9}">
                <a16:creationId xmlns:a16="http://schemas.microsoft.com/office/drawing/2010/main" id="{8AFC6ED6-0311-4053-83F8-82B7000D9D96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Picture Placeholder 2">
            <a:extLst>
              <a:ext uri="{BAD8A6B0-1433-4F5F-91EB-4ED2083F540A}">
                <a16:creationId xmlns:a16="http://schemas.microsoft.com/office/drawing/2010/main" id="{206748C2-1AB4-4871-83ED-057029E64C77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Content Placeholder 2">
            <a:extLst>
              <a:ext uri="{36677129-4ECB-4872-B21D-BD1B0854F153}">
                <a16:creationId xmlns:a16="http://schemas.microsoft.com/office/drawing/2010/main" id="{381892ED-A0A1-47FA-B3B3-B1A0B82433C3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762000" y="3810000"/>
            <a:ext cx="1847850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8" name="Picture Placeholder 2">
            <a:extLst>
              <a:ext uri="{BC4D40A4-0D86-4FD6-AFF1-E81C6469B543}">
                <a16:creationId xmlns:a16="http://schemas.microsoft.com/office/drawing/2010/main" id="{221A7A88-F6F3-4765-972E-F90927DDBDBE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9" name="Content Placeholder 2">
            <a:extLst>
              <a:ext uri="{389595DB-D7FF-41A2-97D2-BA57085E17B3}">
                <a16:creationId xmlns:a16="http://schemas.microsoft.com/office/drawing/2010/main" id="{D5E2E917-C7B0-4144-AD56-4F4DE2E5C521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2777561" y="3810000"/>
            <a:ext cx="3577708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0" name="Picture Placeholder 2">
            <a:extLst>
              <a:ext uri="{1ED03FF1-6DC5-473A-B2F4-23042775849B}">
                <a16:creationId xmlns:a16="http://schemas.microsoft.com/office/drawing/2010/main" id="{BA29465F-E626-4083-A3CA-949EB22E157C}"/>
              </a:ext>
            </a:extLst>
          </p:cNvPr>
          <p:cNvSpPr>
            <a:spLocks noGrp="true"/>
          </p:cNvSpPr>
          <p:nvPr>
            <p:ph idx="5" type="pic"/>
          </p:nvPr>
        </p:nvSpPr>
        <p:spPr>
          <a:xfrm rot="0"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11" name="Content Placeholder 2">
            <a:extLst>
              <a:ext uri="{FA0A485E-6DC4-4757-A03A-407D3FD489CA}">
                <a16:creationId xmlns:a16="http://schemas.microsoft.com/office/drawing/2010/main" id="{D03287ED-7CC4-4D00-90F8-EB46601C935E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6496050" y="3810000"/>
            <a:ext cx="1882775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2" name="Slide Number Placeholder 4">
            <a:extLst>
              <a:ext uri="{BC88DA64-B6B2-4FF3-B05A-96E0AA1DF4B4}">
                <a16:creationId xmlns:a16="http://schemas.microsoft.com/office/drawing/2010/main" id="{71F7FB8D-6451-4ED7-BAED-B3BAC5DF9726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13" name="Footer Placeholder 3">
            <a:extLst>
              <a:ext uri="{70352617-E0EA-466F-85D2-D265EA1E2DAF}">
                <a16:creationId xmlns:a16="http://schemas.microsoft.com/office/drawing/2010/main" id="{DB9502FE-C9D9-4B7E-A813-160E872F6AAB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14" name="Date Placeholder 1">
            <a:extLst>
              <a:ext uri="{5299445C-822A-4384-AE8C-2F5E3B20E6D4}">
                <a16:creationId xmlns:a16="http://schemas.microsoft.com/office/drawing/2010/main" id="{00F617DE-DD0A-4035-9CC2-A7F6B5612DF8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FA715D88-9AEA-488D-9D31-C2A10BDEADDD}">
        <p14:creationId xmlns:p14="http://schemas.microsoft.com/office/powerpoint/2010/main" val="1734962073766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2E1AC7C5-2757-4C85-BDBD-562A177CD836}">
                <a16:creationId xmlns:a16="http://schemas.microsoft.com/office/drawing/2010/main" id="{DAE3BF2F-D752-42F1-8F4D-46DDD92164FF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EF46D068-E545-4760-9DC2-C20B84DF497C}">
                <a16:creationId xmlns:a16="http://schemas.microsoft.com/office/drawing/2010/main" id="{FF055C39-CDE6-46BB-9636-5F8D01D07C23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4" name="Picture Placeholder 2">
            <a:extLst>
              <a:ext uri="{1705B551-0C38-43D6-95B5-17D9FB18382C}">
                <a16:creationId xmlns:a16="http://schemas.microsoft.com/office/drawing/2010/main" id="{4EEB2997-3B35-4EFE-883F-8B28A8AA9ACD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5" name="Picture Placeholder 2">
            <a:extLst>
              <a:ext uri="{561BA833-F95E-452B-9721-8D2AA9FF8162}">
                <a16:creationId xmlns:a16="http://schemas.microsoft.com/office/drawing/2010/main" id="{C44D284D-CC69-4DD9-81FF-AADD51A6BA75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Picture Placeholder 2">
            <a:extLst>
              <a:ext uri="{57F7615B-015C-478E-AB04-A21684306A6D}">
                <a16:creationId xmlns:a16="http://schemas.microsoft.com/office/drawing/2010/main" id="{236561A9-DED9-4843-82D5-4C8F23CA69AC}"/>
              </a:ext>
            </a:extLst>
          </p:cNvPr>
          <p:cNvSpPr>
            <a:spLocks noGrp="true"/>
          </p:cNvSpPr>
          <p:nvPr>
            <p:ph idx="4" type="pic"/>
          </p:nvPr>
        </p:nvSpPr>
        <p:spPr>
          <a:xfrm rot="0"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Slide Number Placeholder 4">
            <a:extLst>
              <a:ext uri="{FB25FB5F-7A8A-4A8F-A375-70DDC491E7D6}">
                <a16:creationId xmlns:a16="http://schemas.microsoft.com/office/drawing/2010/main" id="{2CDC2AC1-2A90-4E31-900F-A4D9AB5F93C8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8" name="Footer Placeholder 3">
            <a:extLst>
              <a:ext uri="{7C510A70-35B6-43A5-B83F-7BD54B5FF018}">
                <a16:creationId xmlns:a16="http://schemas.microsoft.com/office/drawing/2010/main" id="{0AEEECFA-231B-4C0A-8416-68533ECCEBD6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Date Placeholder 1">
            <a:extLst>
              <a:ext uri="{373D19FA-88E9-47B5-8283-ECDFEC3DCC95}">
                <a16:creationId xmlns:a16="http://schemas.microsoft.com/office/drawing/2010/main" id="{DD6671A2-2324-4F2B-B4DC-318B968A650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7FAB4EBE-06C3-412C-B6C5-9FE7826353A6}">
        <p14:creationId xmlns:p14="http://schemas.microsoft.com/office/powerpoint/2010/main" val="1734962073768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Slide Number Placeholder 5">
            <a:extLst>
              <a:ext uri="{378C015C-D3B3-4626-8F5C-5A1848B03BA0}">
                <a16:creationId xmlns:a16="http://schemas.microsoft.com/office/drawing/2010/main" id="{432075A2-595D-4378-BD46-AFCD04BF1058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3" name="Footer Placeholder 4">
            <a:extLst>
              <a:ext uri="{2D0BCFB9-905A-469C-A534-D02EEDEB99C0}">
                <a16:creationId xmlns:a16="http://schemas.microsoft.com/office/drawing/2010/main" id="{5EBD34CD-1194-4F56-9C9C-3713DE9FDA25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4" name="Date Placeholder 3">
            <a:extLst>
              <a:ext uri="{C832E980-2E1D-407F-84C0-17A64EB2C9F9}">
                <a16:creationId xmlns:a16="http://schemas.microsoft.com/office/drawing/2010/main" id="{F83CA7F0-6416-4F8D-8B9C-D9DA4A25EC24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5" name="Slide Number Placeholder 5">
            <a:extLst>
              <a:ext uri="{96C71082-9299-4BB5-BD50-452E9EB4DCDC}">
                <a16:creationId xmlns:a16="http://schemas.microsoft.com/office/drawing/2010/main" id="{B369632B-6F2C-4193-82DA-9D8D13EF48EE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6" name="Footer Placeholder 4">
            <a:extLst>
              <a:ext uri="{EAD69277-6772-4C41-805D-88F128664C93}">
                <a16:creationId xmlns:a16="http://schemas.microsoft.com/office/drawing/2010/main" id="{24BB3B9F-EB50-4978-AB8A-AA8340359868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7" name="Date Placeholder 3">
            <a:extLst>
              <a:ext uri="{FCA0831C-8DC4-4060-85A5-D204E5441D30}">
                <a16:creationId xmlns:a16="http://schemas.microsoft.com/office/drawing/2010/main" id="{E241A09D-6B3A-4051-8857-6C9DBBF91F2B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8" name="Slide Number Placeholder 5">
            <a:extLst>
              <a:ext uri="{E65043A9-5A5D-40FE-8736-C0DCBC0E49F4}">
                <a16:creationId xmlns:a16="http://schemas.microsoft.com/office/drawing/2010/main" id="{A1F9122B-241C-42E0-8ACE-2BF984953BA1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9" name="Footer Placeholder 4">
            <a:extLst>
              <a:ext uri="{F01DE96F-5DB8-43A6-A2CC-1F9595AC9B2E}">
                <a16:creationId xmlns:a16="http://schemas.microsoft.com/office/drawing/2010/main" id="{97124086-7A7C-43A5-8404-CCA599DB625A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10" name="Date Placeholder 3">
            <a:extLst>
              <a:ext uri="{18526CC9-D394-4249-BE1C-4C955FAC20D0}">
                <a16:creationId xmlns:a16="http://schemas.microsoft.com/office/drawing/2010/main" id="{DCE148BF-D96C-4D23-99C0-EA9645DB57EF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id="11" name="Title Placeholder 1">
            <a:extLst>
              <a:ext uri="{E6B148E1-3F6E-4145-A893-BF65A2A2346B}">
                <a16:creationId xmlns:a16="http://schemas.microsoft.com/office/drawing/2010/main" id="{73C69134-B38A-4354-B734-888A82B6A0A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5"/>
            <a:ext cx="7620000" cy="857250"/>
          </a:xfrm>
          <a:prstGeom prst="rect">
            <a:avLst/>
          </a:prstGeom>
        </p:spPr>
        <p:txBody>
          <a:bodyPr anchor="b" bIns="45720" lIns="91440" rIns="91440" rtlCol="0" tIns="45720">
            <a:no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12" name="Text Placeholder 2">
            <a:extLst>
              <a:ext uri="{34B0F844-2821-4F63-9428-E674E6ED7B76}">
                <a16:creationId xmlns:a16="http://schemas.microsoft.com/office/drawing/2010/main" id="{D1F042B7-C0F6-4F48-9347-A3B7CE868E92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28750"/>
            <a:ext cx="7620000" cy="3048000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13" name="Slide Number Placeholder 5">
            <a:extLst>
              <a:ext uri="{C7BA4E3E-10BB-4AE3-80EF-A10480DB51CA}">
                <a16:creationId xmlns:a16="http://schemas.microsoft.com/office/drawing/2010/main" id="{9C0336AA-19E4-4BB6-A320-1BB34D89E3CC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7767815" y="4695033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14" name="Footer Placeholder 4">
            <a:extLst>
              <a:ext uri="{530F15B0-BB65-48BF-BE07-BCFEDA46B956}">
                <a16:creationId xmlns:a16="http://schemas.microsoft.com/office/drawing/2010/main" id="{4CE32802-52A8-4009-B80A-ACF6BF09BA50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15" name="Date Placeholder 3">
            <a:extLst>
              <a:ext uri="{47C7D5B8-53ED-4087-9E6C-566A5A74B982}">
                <a16:creationId xmlns:a16="http://schemas.microsoft.com/office/drawing/2010/main" id="{2877E612-0755-4EC1-A702-448DCEDB0D3C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sldNum="0"/>
  <p:txStyles>
    <p:titleStyle>
      <a:lvl1pPr algn="l" lvl="0" rtl="false">
        <a:lnSpc>
          <a:spcPct val="100000"/>
        </a:lnSpc>
        <a:spcBef>
          <a:spcPct val="0"/>
        </a:spcBef>
        <a:buNone/>
        <a:defRPr b="1" dirty="0" i="0" lang="en-US" sz="3200">
          <a:solidFill>
            <a:schemeClr val="tx1"/>
          </a:solidFill>
          <a:latin typeface="+mj-lt"/>
        </a:defRPr>
      </a:lvl1pPr>
    </p:titleStyle>
    <p:bodyStyle>
      <a:lvl1pPr algn="l" indent="-342900" lvl="0" marL="342900" rtl="false">
        <a:spcBef>
          <a:spcPts val="1200"/>
        </a:spcBef>
        <a:buClr>
          <a:schemeClr val="accent1"/>
        </a:buClr>
        <a:buFont typeface="Arial"/>
        <a:buChar char="•"/>
        <a:defRPr b="0" dirty="0" i="0" lang="en-US" sz="1600">
          <a:solidFill>
            <a:schemeClr val="tx1"/>
          </a:solidFill>
          <a:latin typeface="+mn-lt"/>
        </a:defRPr>
      </a:lvl1pPr>
      <a:lvl2pPr algn="l" indent="-285750" lvl="1" marL="74295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400">
          <a:solidFill>
            <a:schemeClr val="bg1">
              <a:lumMod val="50000"/>
            </a:schemeClr>
          </a:solidFill>
          <a:latin typeface="+mn-lt"/>
        </a:defRPr>
      </a:lvl2pPr>
      <a:lvl3pPr algn="l" indent="-228600" lvl="2" marL="11430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200">
          <a:solidFill>
            <a:schemeClr val="bg1">
              <a:lumMod val="50000"/>
            </a:schemeClr>
          </a:solidFill>
          <a:latin typeface="+mn-lt"/>
        </a:defRPr>
      </a:lvl3pPr>
      <a:lvl4pPr algn="l" indent="-228600" lvl="3" marL="16002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000">
          <a:solidFill>
            <a:schemeClr val="bg1">
              <a:lumMod val="50000"/>
            </a:schemeClr>
          </a:solidFill>
          <a:latin typeface="+mn-lt"/>
        </a:defRPr>
      </a:lvl4pPr>
      <a:lvl5pPr algn="l" indent="-228600" lvl="4" marL="20574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5pPr>
      <a:lvl6pPr algn="l" indent="-228600" lvl="5" marL="25146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6pPr>
      <a:lvl7pPr algn="l" indent="-228600" lvl="6" marL="29718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7pPr>
      <a:lvl8pPr algn="l" indent="-228600" lvl="7" marL="34290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8pPr>
      <a:lvl9pPr algn="l" indent="-228600" lvl="8" marL="38862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1" Target="../slideLayouts/slideLayout1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2" Target="https://www.manageengine.com/products/service-desk/" TargetMode="External" Type="http://schemas.openxmlformats.org/officeDocument/2006/relationships/hyperlink"/><Relationship Id="rId3" Target="https://www.manageengine.com/products/service-desk/cloud/" TargetMode="External" Type="http://schemas.openxmlformats.org/officeDocument/2006/relationships/hyperlink"/><Relationship Id="rId4" Target="https://www.manageengine.com/products/service-desk-msp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2" Target="https://www.manageengine.com/products/support-center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2" Target="https://www.manageengine.com/products/asset-explorer/" TargetMode="External" Type="http://schemas.openxmlformats.org/officeDocument/2006/relationships/hyperlink"/><Relationship Id="rId3" Target="https://www.manageengine.com/products/asset-explorer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BB1913BF-E269-43F1-9988-75967336D196}">
                <a16:creationId xmlns:a16="http://schemas.microsoft.com/office/drawing/2010/main" id="{0FB93CD3-8E39-4ED8-A2DF-6CDB551FB3BF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3" name="Title 1">
            <a:extLst>
              <a:ext uri="{8CEDE065-04CC-4F34-AB37-E3FD0DD853D5}">
                <a16:creationId xmlns:a16="http://schemas.microsoft.com/office/drawing/2010/main" id="{C1958DFA-BF91-4304-940B-0D813E2B5E0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82374" y="1999402"/>
            <a:ext cx="7792354" cy="776706"/>
          </a:xfrm>
        </p:spPr>
        <p:txBody>
          <a:bodyPr rtlCol="0"/>
          <a:lstStyle/>
          <a:p>
            <a:pPr algn="ctr"/>
            <a:r>
              <a:rPr b="1" dirty="0" lang="en-US" sz="2800">
                <a:latin typeface="Zoho Puvi-heavy"/>
              </a:rPr>
              <a:t>P</a:t>
            </a:r>
            <a:r>
              <a:rPr b="1" dirty="0" lang="en-US" sz="2800">
                <a:latin typeface="Zoho Puvi-heavy"/>
              </a:rPr>
              <a:t>roduct Overview</a:t>
            </a:r>
            <a:br>
              <a:rPr b="1" dirty="0" lang="en-US" sz="2800">
                <a:latin typeface="Zoho Puvi-heavy"/>
              </a:rPr>
            </a:br>
            <a:r>
              <a:rPr b="1" dirty="0" lang="en-US" sz="2800">
                <a:latin typeface="Zoho Puvi-heavy"/>
              </a:rPr>
              <a:t>Unified service management</a:t>
            </a:r>
            <a:endParaRPr b="1" dirty="0" lang="en-US" sz="2800">
              <a:latin typeface="Zoho Puvi-heavy"/>
            </a:endParaRPr>
          </a:p>
        </p:txBody>
      </p:sp>
      <p:pic>
        <p:nvPicPr>
          <p:cNvPr id="4" name="">
            <a:extLst>
              <a:ext uri="{24595FF5-3B47-464C-9D87-8056A7A78FF6}">
                <a16:creationId xmlns:a16="http://schemas.microsoft.com/office/drawing/2010/main" id="{5F211497-6A4D-473A-8DC2-D7B6B24A6FD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3656209" y="1477041"/>
            <a:ext cx="2044684" cy="360778"/>
          </a:xfrm>
          <a:prstGeom prst="rect">
            <a:avLst/>
          </a:prstGeom>
          <a:noFill/>
        </p:spPr>
      </p:pic>
    </p:spTree>
    <p:extLst>
      <p:ext uri="{81056C91-F2E2-4A13-AC5B-F4A9FB468E4B}">
        <p14:creationId xmlns:p14="http://schemas.microsoft.com/office/powerpoint/2010/main" val="1734962073771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CD0C8011-55FE-4C13-8586-CB8A6D410779}">
                <a16:creationId xmlns:a16="http://schemas.microsoft.com/office/drawing/2010/main" id="{F61C739C-0D68-4FC1-8D31-529A90131196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56647" y="1564700"/>
            <a:ext cx="7620000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>
                <a:solidFill>
                  <a:srgbClr val="ffc000"/>
                </a:solidFill>
                <a:latin typeface="Zoho Puvi-heavy"/>
              </a:rPr>
              <a:t/>
            </a:r>
          </a:p>
          <a:p>
            <a:pPr/>
            <a:r>
              <a:rPr b="1" dirty="0" lang="en-US" sz="2400">
                <a:solidFill>
                  <a:srgbClr val="ffc000"/>
                </a:solidFill>
                <a:latin typeface="Zoho Puvi-heavy"/>
              </a:rPr>
              <a:t>Unified </a:t>
            </a:r>
            <a:r>
              <a:rPr b="1" dirty="0" lang="en-US" sz="2400">
                <a:solidFill>
                  <a:srgbClr val="ffc000"/>
                </a:solidFill>
                <a:latin typeface="Zoho Puvi-heavy"/>
              </a:rPr>
              <a:t>service </a:t>
            </a:r>
            <a:br>
              <a:rPr b="1" dirty="0" lang="en-US" sz="2400">
                <a:solidFill>
                  <a:srgbClr val="ffc000"/>
                </a:solidFill>
                <a:latin typeface="Zoho Puvi-heavy"/>
              </a:rPr>
            </a:br>
            <a:r>
              <a:rPr b="1" dirty="0" lang="en-US" sz="2400">
                <a:solidFill>
                  <a:srgbClr val="ffc000"/>
                </a:solidFill>
                <a:latin typeface="Zoho Puvi-heavy"/>
              </a:rPr>
              <a:t>management</a:t>
            </a:r>
            <a:endParaRPr b="1" dirty="0" lang="en-US" sz="2400">
              <a:solidFill>
                <a:srgbClr val="ffc000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4680C7BC-4BC2-4966-991E-498B69407CD5}">
                <a16:creationId xmlns:a16="http://schemas.microsoft.com/office/drawing/2010/main" id="{89E1EE24-3254-4D9A-AD46-C434DCF79724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760037" y="2400300"/>
            <a:ext cx="2936548" cy="970864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indent="0" lvl="0" marL="0">
              <a:lnSpc>
                <a:spcPct val="70000"/>
              </a:lnSpc>
              <a:buNone/>
            </a:pP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Design, automate, deliver</a:t>
            </a: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,</a:t>
            </a: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 and </a:t>
            </a:r>
          </a:p>
          <a:p>
            <a:pPr indent="0" lvl="0" marL="0">
              <a:lnSpc>
                <a:spcPct val="70000"/>
              </a:lnSpc>
              <a:buNone/>
            </a:pP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manage </a:t>
            </a: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IT and business service</a:t>
            </a: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s</a:t>
            </a:r>
            <a:endParaRPr b="0" dirty="0" lang="en-US" sz="1400" u="none">
              <a:solidFill>
                <a:schemeClr val="bg1"/>
              </a:solidFill>
              <a:latin typeface="Zoho Puvi"/>
            </a:endParaRPr>
          </a:p>
        </p:txBody>
      </p:sp>
      <p:sp>
        <p:nvSpPr>
          <p:cNvPr id="4" name="">
            <a:extLst>
              <a:ext uri="{61D71274-A93C-48C6-9429-2BF96816341A}">
                <a16:creationId xmlns:a16="http://schemas.microsoft.com/office/drawing/2010/main" id="{44206A6F-EB85-40FE-9BA9-2AB2A054AF90}"/>
              </a:ext>
            </a:extLst>
          </p:cNvPr>
          <p:cNvSpPr txBox="1"/>
          <p:nvPr/>
        </p:nvSpPr>
        <p:spPr>
          <a:xfrm flipH="false" flipV="false" rot="0">
            <a:off x="4535595" y="1219200"/>
            <a:ext cx="3550291" cy="2708281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algn="l" indent="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>
                  <a:lumMod val="50000"/>
                  <a:lumOff val="50000"/>
                </a:srgbClr>
              </a:buClr>
              <a:buFont typeface="Arial"/>
              <a:buNone/>
              <a:defRPr dirty="0" lang="en-US" sz="1400"/>
            </a:pPr>
            <a:r>
              <a:rPr b="1" dirty="0" i="0" lang="en-US" sz="1400" u="none">
                <a:solidFill>
                  <a:srgbClr val="00b0f0"/>
                </a:solidFill>
                <a:latin typeface="Zoho Puvi-heavy"/>
              </a:rPr>
              <a:t>Enterprise and IT service management</a:t>
            </a:r>
          </a:p>
          <a:p>
            <a:pPr algn="l" indent="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>
                  <a:lumMod val="50000"/>
                  <a:lumOff val="50000"/>
                </a:srgbClr>
              </a:buClr>
              <a:buFont typeface="Arial"/>
              <a:buNone/>
              <a:defRPr dirty="0" lang="en-US" sz="1400"/>
            </a:pPr>
            <a:r>
              <a:rPr b="0" dirty="0" i="0" lang="en-US" sz="1400">
                <a:solidFill>
                  <a:schemeClr val="bg1"/>
                </a:solidFill>
                <a:latin typeface="Zoho Puvi"/>
              </a:rPr>
              <a:t>Deliver </a:t>
            </a:r>
            <a:r>
              <a:rPr b="0" dirty="0" i="0" lang="en-US" sz="1400">
                <a:solidFill>
                  <a:schemeClr val="bg1"/>
                </a:solidFill>
                <a:latin typeface="Zoho Puvi"/>
              </a:rPr>
              <a:t>a </a:t>
            </a:r>
            <a:r>
              <a:rPr b="0" dirty="0" i="0" lang="en-US" sz="1400">
                <a:solidFill>
                  <a:schemeClr val="bg1"/>
                </a:solidFill>
                <a:latin typeface="Zoho Puvi"/>
              </a:rPr>
              <a:t>consistent employee experi</a:t>
            </a:r>
            <a:r>
              <a:rPr b="0" dirty="0" i="0" lang="en-US" sz="1400">
                <a:solidFill>
                  <a:schemeClr val="bg1"/>
                </a:solidFill>
                <a:latin typeface="Zoho Puvi"/>
              </a:rPr>
              <a:t>ence</a:t>
            </a:r>
            <a:r>
              <a:rPr b="0" dirty="0" i="0" lang="en-US" sz="1400">
                <a:solidFill>
                  <a:schemeClr val="bg1"/>
                </a:solidFill>
                <a:latin typeface="Zoho Puvi"/>
              </a:rPr>
              <a:t> across business</a:t>
            </a:r>
            <a:r>
              <a:rPr b="0" dirty="0" i="0" lang="en-US" sz="1400">
                <a:solidFill>
                  <a:schemeClr val="bg1"/>
                </a:solidFill>
                <a:latin typeface="Zoho Puvi"/>
              </a:rPr>
              <a:t> functions</a:t>
            </a:r>
          </a:p>
          <a:p>
            <a:pPr algn="l" indent="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>
                  <a:lumMod val="50000"/>
                  <a:lumOff val="50000"/>
                </a:srgbClr>
              </a:buClr>
              <a:buFont typeface="Arial"/>
              <a:buNone/>
              <a:defRPr dirty="0" lang="en-US" sz="1400"/>
            </a:pPr>
            <a:r>
              <a:rPr b="0" dirty="0" i="0" lang="en-US" sz="1400">
                <a:solidFill>
                  <a:schemeClr val="bg1"/>
                </a:solidFill>
                <a:latin typeface="Zoho Puvi"/>
              </a:rPr>
              <a:t/>
            </a:r>
          </a:p>
          <a:p>
            <a:pPr algn="l" indent="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>
                  <a:lumMod val="50000"/>
                  <a:lumOff val="50000"/>
                </a:srgbClr>
              </a:buClr>
              <a:buFont typeface="Arial"/>
              <a:buNone/>
              <a:defRPr dirty="0" lang="en-US" sz="1400"/>
            </a:pPr>
            <a:r>
              <a:rPr b="1" dirty="0" i="0" lang="en-US" sz="1400" u="none">
                <a:solidFill>
                  <a:srgbClr val="00b0f0"/>
                </a:solidFill>
                <a:latin typeface="Zoho Puvi-heavy"/>
              </a:rPr>
              <a:t>Customer service management</a:t>
            </a:r>
          </a:p>
          <a:p>
            <a:pPr algn="l" indent="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>
                  <a:lumMod val="50000"/>
                  <a:lumOff val="50000"/>
                </a:srgbClr>
              </a:buClr>
              <a:buFont typeface="Arial"/>
              <a:buNone/>
              <a:defRPr dirty="0" lang="en-US" sz="1400"/>
            </a:pPr>
            <a:r>
              <a:rPr b="0" dirty="0" i="0" lang="en-US" sz="1400">
                <a:solidFill>
                  <a:schemeClr val="bg1"/>
                </a:solidFill>
                <a:latin typeface="Zoho Puvi"/>
              </a:rPr>
              <a:t>Build a one-stop portal for </a:t>
            </a:r>
            <a:r>
              <a:rPr b="0" dirty="0" i="0" lang="en-US" sz="1400">
                <a:solidFill>
                  <a:schemeClr val="bg1"/>
                </a:solidFill>
                <a:latin typeface="Zoho Puvi"/>
              </a:rPr>
              <a:t>customers</a:t>
            </a:r>
            <a:r>
              <a:rPr b="0" dirty="0" i="0" lang="en-US" sz="1400">
                <a:solidFill>
                  <a:schemeClr val="bg1"/>
                </a:solidFill>
                <a:latin typeface="Zoho Puvi"/>
              </a:rPr>
              <a:t> with efficient account management</a:t>
            </a:r>
          </a:p>
          <a:p>
            <a:pPr algn="l" indent="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>
                  <a:lumMod val="50000"/>
                  <a:lumOff val="50000"/>
                </a:srgbClr>
              </a:buClr>
              <a:buFont typeface="Arial"/>
              <a:buChar char="-"/>
              <a:defRPr dirty="0" lang="en-US" sz="1400"/>
            </a:pPr>
            <a:r>
              <a:rPr b="0" dirty="0" i="0" lang="en-US" sz="1400">
                <a:solidFill>
                  <a:schemeClr val="bg1"/>
                </a:solidFill>
                <a:latin typeface="Zoho Puvi"/>
              </a:rPr>
              <a:t/>
            </a:r>
          </a:p>
          <a:p>
            <a:pPr algn="l" indent="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>
                  <a:lumMod val="50000"/>
                  <a:lumOff val="50000"/>
                </a:srgbClr>
              </a:buClr>
              <a:buFont typeface="Arial"/>
              <a:buNone/>
              <a:defRPr dirty="0" lang="en-US" sz="1400"/>
            </a:pPr>
            <a:r>
              <a:rPr b="1" dirty="0" i="0" lang="en-US" sz="1400" u="none">
                <a:solidFill>
                  <a:srgbClr val="00b0f0"/>
                </a:solidFill>
                <a:latin typeface="Zoho Puvi-heavy"/>
              </a:rPr>
              <a:t>IT asset management</a:t>
            </a:r>
          </a:p>
          <a:p>
            <a:pPr algn="l" indent="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>
                  <a:lumMod val="50000"/>
                  <a:lumOff val="50000"/>
                </a:srgbClr>
              </a:buClr>
              <a:buFont typeface="Arial"/>
              <a:buNone/>
              <a:defRPr dirty="0" lang="en-US" sz="1400"/>
            </a:pPr>
            <a:r>
              <a:rPr b="0" dirty="0" i="0" lang="en-US" sz="1400">
                <a:solidFill>
                  <a:schemeClr val="bg1"/>
                </a:solidFill>
                <a:latin typeface="Zoho Puvi"/>
              </a:rPr>
              <a:t>Centralize and automate the complete IT asset life</a:t>
            </a:r>
            <a:r>
              <a:rPr b="0" dirty="0" i="0" lang="en-US" sz="1400">
                <a:solidFill>
                  <a:schemeClr val="bg1"/>
                </a:solidFill>
                <a:latin typeface="Zoho Puvi"/>
              </a:rPr>
              <a:t> </a:t>
            </a:r>
            <a:r>
              <a:rPr b="0" dirty="0" i="0" lang="en-US" sz="1400">
                <a:solidFill>
                  <a:schemeClr val="bg1"/>
                </a:solidFill>
                <a:latin typeface="Zoho Puvi"/>
              </a:rPr>
              <a:t>cycle</a:t>
            </a:r>
            <a:endParaRPr b="0" dirty="0" i="0" lang="en-US" sz="1400">
              <a:solidFill>
                <a:schemeClr val="bg1"/>
              </a:solidFill>
              <a:latin typeface="Zoho Puvi"/>
            </a:endParaRPr>
          </a:p>
        </p:txBody>
      </p:sp>
    </p:spTree>
    <p:extLst>
      <p:ext uri="{F3360223-7921-4160-A479-138CF7F53034}">
        <p14:creationId xmlns:p14="http://schemas.microsoft.com/office/powerpoint/2010/main" val="1734962073772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9D1FDDDF-B5C1-4BFD-B9D7-4AE6AC765949}">
                <a16:creationId xmlns:a16="http://schemas.microsoft.com/office/drawing/2010/main" id="{DF44E5BF-5FF9-4CC1-8DC9-E2B578EAE98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50026" y="2143125"/>
            <a:ext cx="2299096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Enterprise </a:t>
            </a:r>
          </a:p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and </a:t>
            </a:r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IT service </a:t>
            </a:r>
          </a:p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management</a:t>
            </a:r>
            <a:endParaRPr b="1" dirty="0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01621618-5827-496C-8B96-BCA1233F54BE}">
                <a16:creationId xmlns:a16="http://schemas.microsoft.com/office/drawing/2010/main" id="{0FED0AD6-BC1F-452A-8CB4-E6F649C0BED4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38574" y="1857375"/>
            <a:ext cx="3392719" cy="1435227"/>
          </a:xfrm>
          <a:prstGeom prst="rect">
            <a:avLst/>
          </a:prstGeom>
        </p:spPr>
        <p:txBody>
          <a:bodyPr rtlCol="0">
            <a:normAutofit fontScale="100000" lnSpcReduction="0"/>
          </a:bodyPr>
          <a:lstStyle/>
          <a:p>
            <a:pPr>
              <a:lnSpc>
                <a:spcPct val="125000"/>
              </a:lnSpc>
              <a:buClr>
                <a:schemeClr val="tx1"/>
              </a:buClr>
            </a:pPr>
            <a:r>
              <a:rPr b="1" dirty="0" err="1" lang="en-US" sz="1400">
                <a:latin typeface="Zoho Puvi"/>
              </a:rPr>
              <a:t>ServiceDesk</a:t>
            </a:r>
            <a:r>
              <a:rPr b="1" dirty="0" lang="en-US" sz="1400">
                <a:latin typeface="Zoho Puvi"/>
              </a:rPr>
              <a:t> Plus:</a:t>
            </a:r>
            <a:r>
              <a:rPr b="1" dirty="0" i="0" lang="en-US" sz="1400">
                <a:latin typeface="Zoho Puvi"/>
              </a:rPr>
              <a:t> </a:t>
            </a:r>
            <a:br>
              <a:rPr b="1" dirty="0" i="0" lang="en-US" sz="1400">
                <a:latin typeface="Zoho Puvi"/>
              </a:rPr>
            </a:br>
            <a:r>
              <a:rPr b="0" dirty="0" i="0" lang="en-US" sz="1400">
                <a:latin typeface="Zoho Puvi"/>
              </a:rPr>
              <a:t>Full-stack </a:t>
            </a:r>
            <a:r>
              <a:rPr b="0" dirty="0" i="0" lang="en-US" sz="1400">
                <a:latin typeface="Zoho Puvi"/>
              </a:rPr>
              <a:t>service </a:t>
            </a:r>
            <a:r>
              <a:rPr b="0" dirty="0" i="0" lang="en-US" sz="1400">
                <a:latin typeface="Zoho Puvi"/>
              </a:rPr>
              <a:t>management </a:t>
            </a:r>
            <a:br>
              <a:rPr b="0" dirty="0" i="0" lang="en-US" sz="1400">
                <a:latin typeface="Zoho Puvi"/>
              </a:rPr>
            </a:br>
            <a:r>
              <a:rPr b="0" dirty="0" i="0" lang="en-US" sz="1400">
                <a:latin typeface="Zoho Puvi"/>
              </a:rPr>
              <a:t>for enterprises</a:t>
            </a:r>
          </a:p>
          <a:p>
            <a:pPr/>
            <a:r>
              <a:rPr dirty="0" i="0" lang="en-US" sz="1400">
                <a:latin typeface="Roboto"/>
              </a:rPr>
              <a:t/>
            </a:r>
            <a:endParaRPr dirty="0" i="0" lang="en-US" sz="1400">
              <a:latin typeface="Roboto"/>
            </a:endParaRPr>
          </a:p>
        </p:txBody>
      </p:sp>
    </p:spTree>
    <p:extLst>
      <p:ext uri="{9E6943E6-200B-4450-A8FE-4A7BB1D17A28}">
        <p14:creationId xmlns:p14="http://schemas.microsoft.com/office/powerpoint/2010/main" val="1734962073773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B7288EB6-5CC3-4A71-9686-AE333DC7A94E}">
                <a16:creationId xmlns:a16="http://schemas.microsoft.com/office/drawing/2010/main" id="{921557B1-F0A7-462C-9D11-B74DB7631175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12698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ServiceDesk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 Plus</a:t>
            </a:r>
          </a:p>
          <a:p>
            <a:pPr/>
            <a:r>
              <a:rPr b="1" dirty="0" lang="en-US" sz="1400">
                <a:latin typeface="Zoho Puvi"/>
              </a:rPr>
              <a:t>Full-stack service management for enterprises</a:t>
            </a:r>
          </a:p>
          <a:p>
            <a:pPr/>
            <a:r>
              <a:rPr b="1" dirty="0" lang="en-US" sz="1200">
                <a:solidFill>
                  <a:srgbClr val="c1408a"/>
                </a:solidFill>
                <a:latin typeface="Zoho Puvi"/>
              </a:rPr>
              <a:t>(</a:t>
            </a:r>
            <a:r>
              <a:rPr b="1" dirty="0" lang="en-US" sz="1200">
                <a:solidFill>
                  <a:srgbClr val="c1408a"/>
                </a:solidFill>
                <a:latin typeface="Zoho Puvi"/>
                <a:hlinkClick r:id="rId2"/>
              </a:rPr>
              <a:t>On-premises</a:t>
            </a:r>
            <a:r>
              <a:rPr b="1" dirty="0" lang="en-US" sz="1200">
                <a:solidFill>
                  <a:srgbClr val="c1408a"/>
                </a:solidFill>
                <a:latin typeface="Zoho Puvi"/>
              </a:rPr>
              <a:t> | </a:t>
            </a:r>
            <a:r>
              <a:rPr b="1" dirty="0" lang="en-US" sz="1200">
                <a:solidFill>
                  <a:srgbClr val="c1408a"/>
                </a:solidFill>
                <a:latin typeface="Zoho Puvi"/>
                <a:hlinkClick r:id="rId3"/>
              </a:rPr>
              <a:t>Cloud</a:t>
            </a:r>
            <a:r>
              <a:rPr b="1" dirty="0" lang="en-US" sz="1200">
                <a:solidFill>
                  <a:srgbClr val="c1408a"/>
                </a:solidFill>
                <a:latin typeface="Zoho Puvi"/>
              </a:rPr>
              <a:t> | </a:t>
            </a:r>
            <a:r>
              <a:rPr b="1" dirty="0" err="1" lang="en-US" sz="1200">
                <a:solidFill>
                  <a:srgbClr val="c1408a"/>
                </a:solidFill>
                <a:latin typeface="Zoho Puvi"/>
                <a:hlinkClick r:id="rId4"/>
              </a:rPr>
              <a:t>MSP</a:t>
            </a:r>
            <a:r>
              <a:rPr b="1" dirty="0" lang="en-US" sz="1200">
                <a:solidFill>
                  <a:srgbClr val="c1408a"/>
                </a:solidFill>
                <a:latin typeface="Zoho Puvi"/>
              </a:rPr>
              <a:t>)</a:t>
            </a:r>
            <a:endParaRPr b="1" dirty="0" lang="en-US" sz="1200">
              <a:solidFill>
                <a:srgbClr val="c1408a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FC1C161E-7D39-4AF6-8432-CA98912999E2}">
                <a16:creationId xmlns:a16="http://schemas.microsoft.com/office/drawing/2010/main" id="{CB446BC8-7462-4210-B88D-127DDDDFD238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95904"/>
            <a:ext cx="5171675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Best-practice </a:t>
            </a:r>
            <a:r>
              <a:rPr b="0" dirty="0" lang="en-US" sz="1400">
                <a:latin typeface="Zoho Puvi"/>
              </a:rPr>
              <a:t>ITSM</a:t>
            </a:r>
            <a:r>
              <a:rPr b="0" dirty="0" lang="en-US" sz="1400">
                <a:latin typeface="Zoho Puvi"/>
              </a:rPr>
              <a:t> capabilities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Intelligent automations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No-code and low-code</a:t>
            </a:r>
            <a:r>
              <a:rPr b="0" dirty="0" lang="en-US" sz="1400">
                <a:latin typeface="Zoho Puvi"/>
              </a:rPr>
              <a:t> customizations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Enterprise service desk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err="1" lang="en-US" sz="1400">
                <a:latin typeface="Zoho Puvi"/>
              </a:rPr>
              <a:t>ITAM</a:t>
            </a:r>
            <a:r>
              <a:rPr b="0" dirty="0" lang="en-US" sz="1400">
                <a:latin typeface="Zoho Puvi"/>
              </a:rPr>
              <a:t> </a:t>
            </a:r>
            <a:r>
              <a:rPr b="0" dirty="0" lang="en-US" sz="1400">
                <a:latin typeface="Zoho Puvi"/>
              </a:rPr>
              <a:t>with a </a:t>
            </a:r>
            <a:r>
              <a:rPr b="0" dirty="0" err="1" lang="en-US" sz="1400">
                <a:latin typeface="Zoho Puvi"/>
              </a:rPr>
              <a:t>CMDB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Native IT integrations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Business integration</a:t>
            </a:r>
            <a:r>
              <a:rPr b="0" dirty="0" lang="en-US" sz="1400">
                <a:latin typeface="Zoho Puvi"/>
              </a:rPr>
              <a:t> reports</a:t>
            </a:r>
            <a:endParaRPr b="0" dirty="0" lang="en-US" sz="1400">
              <a:latin typeface="Zoho Puvi"/>
            </a:endParaRPr>
          </a:p>
        </p:txBody>
      </p:sp>
    </p:spTree>
    <p:extLst>
      <p:ext uri="{7F66E3C3-78A7-4587-B5AA-DFE40F10C2D1}">
        <p14:creationId xmlns:p14="http://schemas.microsoft.com/office/powerpoint/2010/main" val="1734962073775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AF3398C5-EA9C-4F1A-AFFD-50EEC6FD5A80}">
                <a16:creationId xmlns:a16="http://schemas.microsoft.com/office/drawing/2010/main" id="{5C9EEAC6-8682-4E99-B979-B59A012074BB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134751" y="2143125"/>
            <a:ext cx="7620000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Customer </a:t>
            </a:r>
            <a:br>
              <a:rPr b="1" dirty="0" lang="en-US" sz="2400" u="none">
                <a:solidFill>
                  <a:schemeClr val="tx1"/>
                </a:solidFill>
                <a:latin typeface="Zoho Puvi-heavy"/>
              </a:rPr>
            </a:br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service </a:t>
            </a:r>
            <a:br>
              <a:rPr b="1" dirty="0" lang="en-US" sz="2400" u="none">
                <a:solidFill>
                  <a:schemeClr val="tx1"/>
                </a:solidFill>
                <a:latin typeface="Zoho Puvi-heavy"/>
              </a:rPr>
            </a:br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management</a:t>
            </a:r>
            <a:endParaRPr b="1" dirty="0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55BEB68A-0FB0-470D-A433-5F5DC44868D7}">
                <a16:creationId xmlns:a16="http://schemas.microsoft.com/office/drawing/2010/main" id="{350C999D-B46A-47FD-867E-B703C7B015FF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38392" y="1820199"/>
            <a:ext cx="3067983" cy="1028700"/>
          </a:xfrm>
          <a:prstGeom prst="rect">
            <a:avLst/>
          </a:prstGeom>
        </p:spPr>
        <p:txBody>
          <a:bodyPr rtlCol="0"/>
          <a:lstStyle/>
          <a:p>
            <a:pPr>
              <a:lnSpc>
                <a:spcPct val="110000"/>
              </a:lnSpc>
              <a:buClr>
                <a:schemeClr val="tx1"/>
              </a:buClr>
            </a:pPr>
            <a:r>
              <a:rPr b="1" dirty="0" err="1" lang="en-US" sz="1400">
                <a:latin typeface="Zoho Puvi"/>
              </a:rPr>
              <a:t>SupportCenter</a:t>
            </a:r>
            <a:r>
              <a:rPr b="1" dirty="0" lang="en-US" sz="1400">
                <a:latin typeface="Zoho Puvi"/>
              </a:rPr>
              <a:t> Plus: </a:t>
            </a:r>
            <a:br>
              <a:rPr b="1" dirty="0" lang="en-US" sz="1400">
                <a:latin typeface="Zoho Puvi"/>
              </a:rPr>
            </a:br>
            <a:r>
              <a:rPr b="0" dirty="0" i="0" lang="en-US" sz="1400">
                <a:latin typeface="Zoho Puvi"/>
              </a:rPr>
              <a:t>Customer</a:t>
            </a:r>
            <a:r>
              <a:rPr b="0" dirty="0" i="0" lang="en-US" sz="1400">
                <a:latin typeface="Zoho Puvi"/>
              </a:rPr>
              <a:t> support </a:t>
            </a:r>
            <a:r>
              <a:rPr b="0" dirty="0" i="0" lang="en-US" sz="1400">
                <a:latin typeface="Zoho Puvi"/>
              </a:rPr>
              <a:t>with built-in </a:t>
            </a:r>
            <a:br>
              <a:rPr b="0" dirty="0" i="0" lang="en-US" sz="1400">
                <a:latin typeface="Zoho Puvi"/>
              </a:rPr>
            </a:br>
            <a:r>
              <a:rPr b="0" dirty="0" i="0" lang="en-US" sz="1400">
                <a:latin typeface="Zoho Puvi"/>
              </a:rPr>
              <a:t>billing for businesses</a:t>
            </a:r>
            <a:endParaRPr b="0" dirty="0" i="0" lang="en-US" sz="1400">
              <a:latin typeface="Zoho Puvi"/>
            </a:endParaRPr>
          </a:p>
        </p:txBody>
      </p:sp>
    </p:spTree>
    <p:extLst>
      <p:ext uri="{3EBFCBD3-94CD-4082-AA9B-D768DDBAB4E9}">
        <p14:creationId xmlns:p14="http://schemas.microsoft.com/office/powerpoint/2010/main" val="1734962073776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BF0AED18-22B4-437A-A949-3698E78167F5}">
                <a16:creationId xmlns:a16="http://schemas.microsoft.com/office/drawing/2010/main" id="{C8965B13-A6EA-4A05-8B1F-A18371F5E3B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696648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SupportCenter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 Plus</a:t>
            </a:r>
            <a:r>
              <a:rPr b="1" dirty="0" lang="en-US" sz="2400">
                <a:latin typeface="Zoho Puvi-heavy"/>
              </a:rPr>
              <a:t> </a:t>
            </a:r>
          </a:p>
          <a:p>
            <a:pPr/>
            <a:r>
              <a:rPr b="1" dirty="0" lang="en-US" sz="1400">
                <a:latin typeface="Zoho Puvi"/>
              </a:rPr>
              <a:t>Customer support with built-in billing for businesses</a:t>
            </a:r>
          </a:p>
          <a:p>
            <a:pPr/>
            <a:r>
              <a:rPr b="1" dirty="0" lang="en-US" sz="12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2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2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2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1EEEC8F1-C961-4950-8604-6AED4DA0A8DC}">
                <a16:creationId xmlns:a16="http://schemas.microsoft.com/office/drawing/2010/main" id="{8C715EE5-9603-4CD4-B843-936DC532E33B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430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Multi-channel support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Business units for each division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Request tracking </a:t>
            </a:r>
            <a:r>
              <a:rPr b="0" dirty="0" lang="en-US" sz="1400">
                <a:latin typeface="Zoho Puvi"/>
              </a:rPr>
              <a:t>and</a:t>
            </a:r>
            <a:r>
              <a:rPr b="0" dirty="0" lang="en-US" sz="1400">
                <a:latin typeface="Zoho Puvi"/>
              </a:rPr>
              <a:t> automation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Contract</a:t>
            </a:r>
            <a:r>
              <a:rPr b="0" dirty="0" lang="en-US" sz="1400">
                <a:latin typeface="Zoho Puvi"/>
              </a:rPr>
              <a:t> and </a:t>
            </a:r>
            <a:r>
              <a:rPr b="0" dirty="0" err="1" lang="en-US" sz="1400">
                <a:latin typeface="Zoho Puvi"/>
              </a:rPr>
              <a:t>SLA</a:t>
            </a:r>
            <a:r>
              <a:rPr b="0" dirty="0" lang="en-US" sz="1400">
                <a:latin typeface="Zoho Puvi"/>
              </a:rPr>
              <a:t>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Time tracking </a:t>
            </a:r>
            <a:r>
              <a:rPr b="0" dirty="0" lang="en-US" sz="1400">
                <a:latin typeface="Zoho Puvi"/>
              </a:rPr>
              <a:t>and</a:t>
            </a:r>
            <a:r>
              <a:rPr b="0" dirty="0" lang="en-US" sz="1400">
                <a:latin typeface="Zoho Puvi"/>
              </a:rPr>
              <a:t> billing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Account </a:t>
            </a:r>
            <a:r>
              <a:rPr b="0" dirty="0" lang="en-US" sz="1400">
                <a:latin typeface="Zoho Puvi"/>
              </a:rPr>
              <a:t>and</a:t>
            </a:r>
            <a:r>
              <a:rPr b="0" dirty="0" lang="en-US" sz="1400">
                <a:latin typeface="Zoho Puvi"/>
              </a:rPr>
              <a:t> contact management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Self</a:t>
            </a:r>
            <a:r>
              <a:rPr b="0" dirty="0" lang="en-US" sz="1400">
                <a:latin typeface="Zoho Puvi"/>
              </a:rPr>
              <a:t>-</a:t>
            </a:r>
            <a:r>
              <a:rPr b="0" dirty="0" lang="en-US" sz="1400">
                <a:latin typeface="Zoho Puvi"/>
              </a:rPr>
              <a:t>service portal </a:t>
            </a:r>
            <a:endParaRPr b="0" dirty="0" lang="en-US" sz="1400">
              <a:latin typeface="Zoho Puvi"/>
            </a:endParaRPr>
          </a:p>
        </p:txBody>
      </p:sp>
    </p:spTree>
    <p:extLst>
      <p:ext uri="{F5A2007A-DC33-42C9-87C8-AE749CE5740D}">
        <p14:creationId xmlns:p14="http://schemas.microsoft.com/office/powerpoint/2010/main" val="1734962073777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936BF29F-2E2B-4650-BD12-FF499928179F}">
                <a16:creationId xmlns:a16="http://schemas.microsoft.com/office/drawing/2010/main" id="{DFB44007-D55E-4993-B2D4-CCF91BC19A85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162050" y="1939813"/>
            <a:ext cx="2398937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IT asset </a:t>
            </a:r>
            <a:br>
              <a:rPr b="1" dirty="0" lang="en-US" sz="2400" u="none">
                <a:solidFill>
                  <a:schemeClr val="tx1"/>
                </a:solidFill>
                <a:latin typeface="Zoho Puvi-heavy"/>
              </a:rPr>
            </a:br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management</a:t>
            </a:r>
            <a:endParaRPr b="1" dirty="0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0F8CFD99-02FC-45F1-A47F-59A84DA19278}">
                <a16:creationId xmlns:a16="http://schemas.microsoft.com/office/drawing/2010/main" id="{D6A7BF62-0B19-4669-9850-D39BC96DA186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47946" y="1848192"/>
            <a:ext cx="3502333" cy="1031433"/>
          </a:xfrm>
          <a:prstGeom prst="rect">
            <a:avLst/>
          </a:prstGeo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1" dirty="0" err="1" lang="en-US" sz="1400">
                <a:latin typeface="Zoho Puvi"/>
              </a:rPr>
              <a:t>AssetExplorer</a:t>
            </a:r>
            <a:r>
              <a:rPr b="1" dirty="0" lang="en-US" sz="1400">
                <a:latin typeface="Zoho Puvi"/>
              </a:rPr>
              <a:t>: </a:t>
            </a:r>
            <a:r>
              <a:rPr b="0" dirty="0" i="0" lang="en-US" sz="1400">
                <a:latin typeface="Zoho Puvi"/>
              </a:rPr>
              <a:t>IT asset management with </a:t>
            </a:r>
            <a:r>
              <a:rPr b="0" dirty="0" i="0" lang="en-US" sz="1400">
                <a:latin typeface="Zoho Puvi"/>
              </a:rPr>
              <a:t>an </a:t>
            </a:r>
            <a:r>
              <a:rPr b="0" dirty="0" i="0" lang="en-US" sz="1400">
                <a:latin typeface="Zoho Puvi"/>
              </a:rPr>
              <a:t>integrated </a:t>
            </a:r>
            <a:r>
              <a:rPr b="0" dirty="0" err="1" i="0" lang="en-US" sz="1400">
                <a:latin typeface="Zoho Puvi"/>
              </a:rPr>
              <a:t>CMDB</a:t>
            </a:r>
            <a:endParaRPr b="0" dirty="0" err="1" i="0" lang="en-US" sz="1400">
              <a:latin typeface="Zoho Puvi"/>
            </a:endParaRPr>
          </a:p>
        </p:txBody>
      </p:sp>
    </p:spTree>
    <p:extLst>
      <p:ext uri="{AE500C15-5A22-43FB-9B48-425B9E693B80}">
        <p14:creationId xmlns:p14="http://schemas.microsoft.com/office/powerpoint/2010/main" val="1734962073778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5DE8C960-9658-4B14-BC9E-81018A10BB97}">
                <a16:creationId xmlns:a16="http://schemas.microsoft.com/office/drawing/2010/main" id="{FB27DA01-8A12-4CC2-9F28-26EB4B585D89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66800" y="697944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AssetExplorer</a:t>
            </a:r>
          </a:p>
          <a:p>
            <a:pPr/>
            <a:r>
              <a:rPr b="1" dirty="0" lang="en-US" sz="1400">
                <a:latin typeface="Zoho Puvi"/>
              </a:rPr>
              <a:t>IT</a:t>
            </a:r>
            <a:r>
              <a:rPr b="1" dirty="0" lang="en-US" sz="1400">
                <a:latin typeface="Zoho Puvi"/>
              </a:rPr>
              <a:t> asset management</a:t>
            </a:r>
            <a:r>
              <a:rPr b="1" dirty="0" lang="en-US" sz="1400">
                <a:latin typeface="Zoho Puvi"/>
              </a:rPr>
              <a:t> </a:t>
            </a:r>
            <a:r>
              <a:rPr b="1" dirty="0" lang="en-US" sz="1400">
                <a:latin typeface="Zoho Puvi"/>
              </a:rPr>
              <a:t>w</a:t>
            </a:r>
            <a:r>
              <a:rPr b="1" dirty="0" lang="en-US" sz="1400">
                <a:latin typeface="Zoho Puvi"/>
              </a:rPr>
              <a:t>ith an integrated </a:t>
            </a:r>
            <a:r>
              <a:rPr b="1" dirty="0" lang="en-US" sz="1400">
                <a:latin typeface="Zoho Puvi"/>
              </a:rPr>
              <a:t>CMDB</a:t>
            </a:r>
          </a:p>
          <a:p>
            <a:pPr/>
            <a:r>
              <a:rPr b="1" dirty="0" lang="en-US" sz="12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2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200">
                <a:solidFill>
                  <a:schemeClr val="accent6"/>
                </a:solidFill>
                <a:latin typeface="Zoho Puvi"/>
              </a:rPr>
              <a:t> | </a:t>
            </a:r>
            <a:r>
              <a:rPr b="1" dirty="0" lang="en-US" sz="1200">
                <a:solidFill>
                  <a:schemeClr val="accent6"/>
                </a:solidFill>
                <a:latin typeface="Zoho Puvi"/>
                <a:hlinkClick r:id="rId3"/>
              </a:rPr>
              <a:t>Cloud</a:t>
            </a:r>
            <a:r>
              <a:rPr b="1" dirty="0" lang="en-US" sz="12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2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38383F5C-2D53-4D0A-9699-6331E9C3813F}">
                <a16:creationId xmlns:a16="http://schemas.microsoft.com/office/drawing/2010/main" id="{5DB0D7F0-2DB2-4A6E-A13C-D166DAC0201F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66800" y="15430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IT </a:t>
            </a:r>
            <a:r>
              <a:rPr b="0" dirty="0" lang="en-US" sz="1400">
                <a:latin typeface="Zoho Puvi"/>
              </a:rPr>
              <a:t>a</a:t>
            </a:r>
            <a:r>
              <a:rPr b="0" dirty="0" lang="en-US" sz="1400">
                <a:latin typeface="Zoho Puvi"/>
              </a:rPr>
              <a:t>sset </a:t>
            </a:r>
            <a:r>
              <a:rPr b="0" dirty="0" lang="en-US" sz="1400">
                <a:latin typeface="Zoho Puvi"/>
              </a:rPr>
              <a:t>i</a:t>
            </a:r>
            <a:r>
              <a:rPr b="0" dirty="0" lang="en-US" sz="1400">
                <a:latin typeface="Zoho Puvi"/>
              </a:rPr>
              <a:t>nventory </a:t>
            </a:r>
            <a:r>
              <a:rPr b="0" dirty="0" lang="en-US" sz="1400">
                <a:latin typeface="Zoho Puvi"/>
              </a:rPr>
              <a:t>m</a:t>
            </a:r>
            <a:r>
              <a:rPr b="0" dirty="0" lang="en-US" sz="1400">
                <a:latin typeface="Zoho Puvi"/>
              </a:rPr>
              <a:t>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err="1" lang="en-US" sz="1400">
                <a:latin typeface="Zoho Puvi"/>
              </a:rPr>
              <a:t>CMDB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Software asset management </a:t>
            </a:r>
            <a:r>
              <a:rPr b="0" dirty="0" lang="en-US" sz="1400">
                <a:latin typeface="Zoho Puvi"/>
              </a:rPr>
              <a:t>and </a:t>
            </a:r>
            <a:r>
              <a:rPr b="0" dirty="0" lang="en-US" sz="1400">
                <a:latin typeface="Zoho Puvi"/>
              </a:rPr>
              <a:t>license </a:t>
            </a:r>
            <a:r>
              <a:rPr b="0" dirty="0" lang="en-US" sz="1400">
                <a:latin typeface="Zoho Puvi"/>
              </a:rPr>
              <a:t>c</a:t>
            </a:r>
            <a:r>
              <a:rPr b="0" dirty="0" lang="en-US" sz="1400">
                <a:latin typeface="Zoho Puvi"/>
              </a:rPr>
              <a:t>ompliance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Purchase order and contract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Remote control of assets 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Asset life cycle </a:t>
            </a:r>
            <a:r>
              <a:rPr b="0" dirty="0" lang="en-US" sz="1400">
                <a:latin typeface="Zoho Puvi"/>
              </a:rPr>
              <a:t>m</a:t>
            </a:r>
            <a:r>
              <a:rPr b="0" dirty="0" lang="en-US" sz="1400">
                <a:latin typeface="Zoho Puvi"/>
              </a:rPr>
              <a:t>anagement</a:t>
            </a:r>
            <a:endParaRPr b="0" dirty="0" lang="en-US" sz="1400">
              <a:latin typeface="Zoho Puvi"/>
            </a:endParaRPr>
          </a:p>
        </p:txBody>
      </p:sp>
    </p:spTree>
    <p:extLst>
      <p:ext uri="{F12F822A-E067-4A2E-8257-7B7AA46530AA}">
        <p14:creationId xmlns:p14="http://schemas.microsoft.com/office/powerpoint/2010/main" val="1734962073779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2C3272E5-69A3-4A30-BAC3-6D460AD3E201}">
                <a16:creationId xmlns:a16="http://schemas.microsoft.com/office/drawing/2010/main" id="{261B47C6-8CA2-47ED-A7EA-0E4DD0D38C84}"/>
              </a:ext>
            </a:extLst>
          </p:cNvPr>
          <p:cNvPicPr>
            <a:picLocks noChangeAspect="true"/>
          </p:cNvPicPr>
          <p:nvPr/>
        </p:nvPicPr>
        <p:blipFill>
          <a:blip r:embed="rId2"/>
          <a:srcRect b="0" l="3598" r="3598" t="0"/>
          <a:stretch>
            <a:fillRect/>
          </a:stretch>
        </p:blipFill>
        <p:spPr>
          <a:xfrm flipH="false" flipV="false" rot="0">
            <a:off x="854954" y="467163"/>
            <a:ext cx="8309276" cy="4673965"/>
          </a:xfrm>
          <a:prstGeom prst="rect">
            <a:avLst/>
          </a:prstGeom>
          <a:noFill/>
        </p:spPr>
      </p:pic>
      <p:pic>
        <p:nvPicPr>
          <p:cNvPr id="3" name="">
            <a:extLst>
              <a:ext uri="{E8D63FC4-CE5F-4C9F-B4F4-DED06F6D3D98}">
                <a16:creationId xmlns:a16="http://schemas.microsoft.com/office/drawing/2010/main" id="{5F167780-5ED6-4799-8AC8-16CB91C77E09}"/>
              </a:ext>
            </a:extLst>
          </p:cNvPr>
          <p:cNvPicPr>
            <a:picLocks noChangeAspect="true"/>
          </p:cNvPicPr>
          <p:nvPr/>
        </p:nvPicPr>
        <p:blipFill>
          <a:blip r:embed="rId3"/>
          <a:srcRect b="-512" l="0" r="0" t="-512"/>
          <a:stretch>
            <a:fillRect/>
          </a:stretch>
        </p:blipFill>
        <p:spPr>
          <a:xfrm flipH="false" flipV="false" rot="0">
            <a:off x="151771" y="1410138"/>
            <a:ext cx="2461117" cy="438340"/>
          </a:xfrm>
          <a:prstGeom prst="rect">
            <a:avLst/>
          </a:prstGeom>
          <a:noFill/>
        </p:spPr>
      </p:pic>
      <p:sp>
        <p:nvSpPr>
          <p:cNvPr id="4" name="">
            <a:extLst>
              <a:ext uri="{08AE9197-8CCE-4CAF-BFE4-DBEEB53E7069}">
                <a16:creationId xmlns:a16="http://schemas.microsoft.com/office/drawing/2010/main" id="{02D58E40-0888-49C2-8250-9AC00CA28408}"/>
              </a:ext>
            </a:extLst>
          </p:cNvPr>
          <p:cNvSpPr txBox="1"/>
          <p:nvPr/>
        </p:nvSpPr>
        <p:spPr>
          <a:xfrm flipH="false" flipV="false" rot="0">
            <a:off x="151771" y="1890588"/>
            <a:ext cx="2461117" cy="30855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>
                <a:latin typeface="Open Sans-demi_bold"/>
              </a:rPr>
              <a:t>www</a:t>
            </a:r>
            <a:r>
              <a:rPr dirty="0" lang="en-US">
                <a:latin typeface="Open Sans-demi_bold"/>
              </a:rPr>
              <a:t>.manageengine.com</a:t>
            </a:r>
            <a:endParaRPr dirty="0" lang="en-US">
              <a:latin typeface="Open Sans-demi_bold"/>
            </a:endParaRPr>
          </a:p>
        </p:txBody>
      </p:sp>
    </p:spTree>
    <p:extLst>
      <p:ext uri="{E38DF37F-59EA-43BF-8A82-5DD94DEB4656}">
        <p14:creationId xmlns:p14="http://schemas.microsoft.com/office/powerpoint/2010/main" val="1734962073780"/>
      </p:ext>
    </p:extLst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threePicAndTx"/>
</p:tagLst>
</file>

<file path=ppt/tags/tag2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fourPic"/>
</p:tagLst>
</file>

<file path=ppt/tags/tag3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webfont3" val="Zoho Puvi-heavy"/>
  <p:tag name="webfont6" val="Open Sans-demi_bold"/>
</p:tagLst>
</file>

<file path=ppt/theme/_rels/theme1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2024-11-13T01:36:23Z</dcterms:created>
  <dcterms:modified xsi:type="dcterms:W3CDTF">2024-11-13T02:25:17Z</dcterms:modified>
</cp:coreProperties>
</file>