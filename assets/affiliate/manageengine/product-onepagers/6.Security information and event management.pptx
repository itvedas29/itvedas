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vnd.openxmlformats-officedocument.presentationml.tags+xml" PartName="/ppt/tags/tag3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ppt/media/img_cc_black.png" Type="http://schemas.openxmlformats.org/officeDocument/2006/relationships/image"/><Relationship Id="rId10" Target="ppt/presentation.xml" Type="http://schemas.openxmlformats.org/officeDocument/2006/relationships/officeDocument"/><Relationship Id="rId11" Target="docProps/core.xml" Type="http://schemas.openxmlformats.org/package/2006/relationships/metadata/core-properties"/><Relationship Id="rId12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9144000" cy="5143500"/>
  <p:embeddedFontLst>
    <p:embeddedFont>
      <p:font typeface="Zoho Puvi"/>
      <p:regular r:id="rId21"/>
      <p:bold r:id="rId22"/>
    </p:embeddedFont>
    <p:embeddedFont>
      <p:font typeface="Roboto"/>
      <p:regular r:id="rId24"/>
    </p:embeddedFont>
    <p:embeddedFont>
      <p:font typeface="Zoho Puvi-heavy"/>
      <p:regular r:id="rId23"/>
    </p:embeddedFont>
    <p:embeddedFont>
      <p:font typeface="Open Sans-demi_bold"/>
      <p:regular r:id="rId26"/>
    </p:embeddedFont>
    <p:embeddedFont>
      <p:font typeface="Open Sans"/>
      <p:regular r:id="rId25"/>
      <p:bold r:id="rId27"/>
    </p:embeddedFont>
  </p:embeddedFontLst>
  <p:custDataLst>
    <p:tags r:id="rId28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slides/slide12.xml" Type="http://schemas.openxmlformats.org/officeDocument/2006/relationships/slide"/><Relationship Id="rId17" Target="slides/slide13.xml" Type="http://schemas.openxmlformats.org/officeDocument/2006/relationships/slide"/><Relationship Id="rId18" Target="slides/slide14.xml" Type="http://schemas.openxmlformats.org/officeDocument/2006/relationships/slide"/><Relationship Id="rId19" Target="slides/slide15.xml" Type="http://schemas.openxmlformats.org/officeDocument/2006/relationships/slide"/><Relationship Id="rId20" Target="tableStyles.xml" Type="http://schemas.openxmlformats.org/officeDocument/2006/relationships/tableStyles"/><Relationship Id="rId21" Target="fonts/font1.fntdata" Type="http://schemas.openxmlformats.org/officeDocument/2006/relationships/font"/><Relationship Id="rId22" Target="fonts/font2.fntdata" Type="http://schemas.openxmlformats.org/officeDocument/2006/relationships/font"/><Relationship Id="rId23" Target="fonts/font3.fntdata" Type="http://schemas.openxmlformats.org/officeDocument/2006/relationships/font"/><Relationship Id="rId24" Target="fonts/font4.fntdata" Type="http://schemas.openxmlformats.org/officeDocument/2006/relationships/font"/><Relationship Id="rId25" Target="fonts/font5.fntdata" Type="http://schemas.openxmlformats.org/officeDocument/2006/relationships/font"/><Relationship Id="rId26" Target="fonts/font6.fntdata" Type="http://schemas.openxmlformats.org/officeDocument/2006/relationships/font"/><Relationship Id="rId27" Target="fonts/font7.fntdata" Type="http://schemas.openxmlformats.org/officeDocument/2006/relationships/font"/><Relationship Id="rId28" Target="tags/tag3.xml" Type="http://schemas.openxmlformats.org/officeDocument/2006/relationships/tags"/><Relationship Id="rId29" Target="presProps.xml" Type="http://schemas.openxmlformats.org/officeDocument/2006/relationships/presProps"/><Relationship Id="rId30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9B99F76-F259-489C-8EE5-47D6555E40FB}">
                <a16:creationId xmlns:a16="http://schemas.microsoft.com/office/drawing/2010/main" id="{A734DBA4-4363-4EE5-9320-D411B5170E1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1A62078D-CFD3-4C6D-9059-289120119C18}">
                <a16:creationId xmlns:a16="http://schemas.microsoft.com/office/drawing/2010/main" id="{07447A2F-724D-40EE-A2A8-874BAAF3E4F3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3896A00E-8356-4876-9B40-EF7223E59148}">
                <a16:creationId xmlns:a16="http://schemas.microsoft.com/office/drawing/2010/main" id="{0B8A190C-C24A-47C3-91DD-19F18F49335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37FEC2B8-D968-436F-9DD6-60D4FA93FE72}">
                <a16:creationId xmlns:a16="http://schemas.microsoft.com/office/drawing/2010/main" id="{C53BB5E2-5BC4-47A4-A195-06F5C7E5939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5E1D7D69-BB1B-4150-8DE3-C51ABA507A31}">
                <a16:creationId xmlns:a16="http://schemas.microsoft.com/office/drawing/2010/main" id="{17F626A3-C28B-4074-BB39-0DBA09E5CFC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DE4A7631-8962-4A78-9864-F460E6D02164}">
        <p14:creationId xmlns:p14="http://schemas.microsoft.com/office/powerpoint/2010/main" val="173496189345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B3399CD-ED17-477D-BBE1-B95897851CF1}">
                <a16:creationId xmlns:a16="http://schemas.microsoft.com/office/drawing/2010/main" id="{BB6CB372-88A6-464E-8C35-C43473C14C5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4379A179-61D2-4927-B872-236965A01117}">
                <a16:creationId xmlns:a16="http://schemas.microsoft.com/office/drawing/2010/main" id="{6A1B4764-8BE9-422C-BD02-6ADA6C01F14C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5D10C2A8-512D-4EF3-8D12-866C5A91EF73}">
                <a16:creationId xmlns:a16="http://schemas.microsoft.com/office/drawing/2010/main" id="{B088A4DE-A9DE-40A8-9648-32C6F302F69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94987C24-F85B-46D0-A2FF-6555523FF52D}">
                <a16:creationId xmlns:a16="http://schemas.microsoft.com/office/drawing/2010/main" id="{2553A81C-EB31-4EAB-90C1-21C52E2F7D3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D8D5D02A-C39E-41CA-89BA-EA8E644FCCE6}">
                <a16:creationId xmlns:a16="http://schemas.microsoft.com/office/drawing/2010/main" id="{FB9790AD-4624-42F8-B5B0-A6C2C2D569E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89A4AD96-6F7E-4DD0-A1D0-F5432802F38C}">
                <a16:creationId xmlns:a16="http://schemas.microsoft.com/office/drawing/2010/main" id="{B8C9CEE3-9BE5-44F3-A748-6041A88F4257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5BF1D341-098B-43B6-A215-F135F624CFF9}">
        <p14:creationId xmlns:p14="http://schemas.microsoft.com/office/powerpoint/2010/main" val="1734961893456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0863B9EA-186D-44C7-BE73-EFDCE89F1839}">
                <a16:creationId xmlns:a16="http://schemas.microsoft.com/office/drawing/2010/main" id="{58593068-250A-4721-9AAE-4FF2BEA9E859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9FED2865-8A48-42D8-B498-4E2FBC3CBA00}">
                <a16:creationId xmlns:a16="http://schemas.microsoft.com/office/drawing/2010/main" id="{D5CDAAD1-8A4F-4DE7-8330-DADB13C01A71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2D8DBA11-69C4-4777-ABFD-AAC505969CF7}">
                <a16:creationId xmlns:a16="http://schemas.microsoft.com/office/drawing/2010/main" id="{99D31DBE-A523-46CB-8DC4-4A458B6A50E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D4FF78E5-2624-4E37-9522-36BE5D9283CA}">
                <a16:creationId xmlns:a16="http://schemas.microsoft.com/office/drawing/2010/main" id="{DFD26574-ED8B-4687-89CB-6A753706FAC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8CC30983-3550-434E-A47C-812A6C6ABD92}">
                <a16:creationId xmlns:a16="http://schemas.microsoft.com/office/drawing/2010/main" id="{45C3654B-C571-4B01-A3FD-FBB662F6476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87AD37A9-1BDE-435D-97A7-69C37DDAA247}">
                <a16:creationId xmlns:a16="http://schemas.microsoft.com/office/drawing/2010/main" id="{53BFA4C2-E371-48A0-8235-F49C305A9C2D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5DC44930-29F5-4884-A28A-C387D7E104B8}">
        <p14:creationId xmlns:p14="http://schemas.microsoft.com/office/powerpoint/2010/main" val="1734961893457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8760D828-3C6D-4AC8-B9F2-8737EBA68ED2}">
                <a16:creationId xmlns:a16="http://schemas.microsoft.com/office/drawing/2010/main" id="{5A40CEEE-C72E-486B-9370-B439F87B1A8A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4D08A440-51A8-496F-9CC8-8CE8E00D3B1F}">
                <a16:creationId xmlns:a16="http://schemas.microsoft.com/office/drawing/2010/main" id="{E870C7C0-1E5A-4FC7-A1BA-18FE4E2A24F2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45539CA0-33F6-47B1-99C7-0836610A72E3}">
                <a16:creationId xmlns:a16="http://schemas.microsoft.com/office/drawing/2010/main" id="{B1B54FD1-87E8-4D8D-B4F3-A18F727C7B6B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30745F18-257D-4188-B7CD-EF9307DFAD2A}">
                <a16:creationId xmlns:a16="http://schemas.microsoft.com/office/drawing/2010/main" id="{1C6B640A-75A5-4F2D-915F-DB646AE39B7F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B96CE408-455D-48A6-9058-38B832718125}">
                <a16:creationId xmlns:a16="http://schemas.microsoft.com/office/drawing/2010/main" id="{D9A11B7A-D7F9-48EF-B626-6531ED9CEE0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1594F365-C338-4F41-9FDF-D54321087D03}">
                <a16:creationId xmlns:a16="http://schemas.microsoft.com/office/drawing/2010/main" id="{A093C0DD-E723-4F7F-91E0-2F1A4B3995E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0F5A8763-68F0-4E89-BBA8-47C0FF40C5B3}">
                <a16:creationId xmlns:a16="http://schemas.microsoft.com/office/drawing/2010/main" id="{A3D60F6E-786F-4E3B-BD25-09666B136D1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980BFC8D-D070-4655-92C2-00B52DC63E35}">
        <p14:creationId xmlns:p14="http://schemas.microsoft.com/office/powerpoint/2010/main" val="1734961893458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69960CB2-8379-44D0-9D0A-BB461F348BCB}">
                <a16:creationId xmlns:a16="http://schemas.microsoft.com/office/drawing/2010/main" id="{F10877FF-4C9B-4A78-A852-7635893AC459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8AE250DD-EC71-4804-97AD-303207D5DE64}">
                <a16:creationId xmlns:a16="http://schemas.microsoft.com/office/drawing/2010/main" id="{25B1D032-A54A-4EB6-9866-D80686F2A7F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831638BD-1C34-4245-9C64-F478B9084BA9}">
                <a16:creationId xmlns:a16="http://schemas.microsoft.com/office/drawing/2010/main" id="{A3F3B184-ACCB-4DF1-B029-799266EB36FC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A9983402-EF1B-4C53-8F97-A9619A561F57}">
                <a16:creationId xmlns:a16="http://schemas.microsoft.com/office/drawing/2010/main" id="{20874615-E2E6-4EC0-9B1C-246D0F56940F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3AEADA95-04A7-4923-B655-1590CF91ED4E}">
                <a16:creationId xmlns:a16="http://schemas.microsoft.com/office/drawing/2010/main" id="{598DD819-8594-4195-9808-0F8A6CE26673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4D6C2F8F-05D2-4DA2-8E61-DBE93DF86101}">
                <a16:creationId xmlns:a16="http://schemas.microsoft.com/office/drawing/2010/main" id="{5278BAC1-D70B-4019-A7D4-D41C2710441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4180A1DB-FF31-4791-B324-AD8214860B7A}">
                <a16:creationId xmlns:a16="http://schemas.microsoft.com/office/drawing/2010/main" id="{F3E7F248-1CCB-469B-AC99-EEF8F0B1FEA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E11F34C5-EDA6-4ABC-8430-0340160B6CFA}">
                <a16:creationId xmlns:a16="http://schemas.microsoft.com/office/drawing/2010/main" id="{D3AFCEFC-352B-472B-A750-DFD66E6078A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A1AA949E-37A3-4BD4-9C36-A03481DA3FB5}">
        <p14:creationId xmlns:p14="http://schemas.microsoft.com/office/powerpoint/2010/main" val="1734961893459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FA7D75-D268-4666-9D21-00F5A81A4D15}">
                <a16:creationId xmlns:a16="http://schemas.microsoft.com/office/drawing/2010/main" id="{74331422-E1C3-4D89-B219-5D3F0C08CC3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207D1C51-DF9B-4BB3-B948-98AFCDFFBF1E}">
                <a16:creationId xmlns:a16="http://schemas.microsoft.com/office/drawing/2010/main" id="{902EB5E4-B267-4902-B920-DEB1F0C7FFD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98EE9C43-E74C-405F-8C46-7F7823484A28}">
                <a16:creationId xmlns:a16="http://schemas.microsoft.com/office/drawing/2010/main" id="{E0CF2844-A8ED-464D-89D2-21DEB0C89D2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73F5419C-24E3-49AA-8087-77C1EF5734D0}">
                <a16:creationId xmlns:a16="http://schemas.microsoft.com/office/drawing/2010/main" id="{30697DF4-E7C1-4167-B2C4-8F6EBA3369B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396ED3CB-2925-4D74-BFEE-398C7140E962}">
                <a16:creationId xmlns:a16="http://schemas.microsoft.com/office/drawing/2010/main" id="{A3DFA9C6-42D0-40B1-B781-87CD058E8485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41F857E2-3C34-4D96-9A94-C0B1B3D8EF5E}">
        <p14:creationId xmlns:p14="http://schemas.microsoft.com/office/powerpoint/2010/main" val="173496189346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9211439F-1856-4296-AF7D-505598D6F7CC}">
                <a16:creationId xmlns:a16="http://schemas.microsoft.com/office/drawing/2010/main" id="{52C57780-99CC-47BA-9808-15D482C1EA7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ACA81892-0FB4-40FB-9B7A-74EEED492D04}">
                <a16:creationId xmlns:a16="http://schemas.microsoft.com/office/drawing/2010/main" id="{15542DBE-F19D-4B98-BBE1-7908F584EEC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E1A11480-3C1E-448F-95C4-6E571F5FCE61}">
                <a16:creationId xmlns:a16="http://schemas.microsoft.com/office/drawing/2010/main" id="{5967DBCD-A51F-4FB9-9256-94171087A72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F3C18F4-E5C3-4626-8E08-8019A81F528A}">
        <p14:creationId xmlns:p14="http://schemas.microsoft.com/office/powerpoint/2010/main" val="1734961893461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B6F155A-741C-4EDD-9F42-F1F6F6C3152A}">
                <a16:creationId xmlns:a16="http://schemas.microsoft.com/office/drawing/2010/main" id="{9B81F9BC-486A-424D-8782-88161141FED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853EA8A7-6823-4790-BDF9-DF8D143D921D}">
                <a16:creationId xmlns:a16="http://schemas.microsoft.com/office/drawing/2010/main" id="{244F442E-E3D0-4A99-8EF3-184940D9B2C5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C9DE941A-5C96-4328-8195-43BA4369C881}">
                <a16:creationId xmlns:a16="http://schemas.microsoft.com/office/drawing/2010/main" id="{2ACB881D-D864-4289-B87D-61793544260A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0EA34EF0-0ECC-4C15-9EE0-2F171CA2BF46}">
                <a16:creationId xmlns:a16="http://schemas.microsoft.com/office/drawing/2010/main" id="{99A8F72A-5718-483C-887F-7AB0B86505E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3BB8453E-AC80-4DEA-9B89-7FC6C63D8DD4}">
                <a16:creationId xmlns:a16="http://schemas.microsoft.com/office/drawing/2010/main" id="{A4A9B570-022C-4364-90E8-B0FF9CC02E1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D54A6D33-E2F7-49D2-99DE-5E4B4436B433}">
                <a16:creationId xmlns:a16="http://schemas.microsoft.com/office/drawing/2010/main" id="{1DCD2FAF-1406-4C4F-B193-597E8A20317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DCC9B3D-BF12-4827-BCAE-222DBC91ECAE}">
        <p14:creationId xmlns:p14="http://schemas.microsoft.com/office/powerpoint/2010/main" val="1734961893462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7D13CBBB-B754-4B1F-A06F-C64103AD3E08}">
                <a16:creationId xmlns:a16="http://schemas.microsoft.com/office/drawing/2010/main" id="{AB6D5E03-705D-4B40-9116-D8E60F412CF7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AA502E21-2DE2-4EEB-A105-DB63B6E994FC}">
                <a16:creationId xmlns:a16="http://schemas.microsoft.com/office/drawing/2010/main" id="{D792B3AF-9458-4139-9FAD-EE3523000C9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592F9F34-A418-4B3F-B716-4AF417180F17}">
                <a16:creationId xmlns:a16="http://schemas.microsoft.com/office/drawing/2010/main" id="{811C3013-FC45-4ED8-BC81-057A1747B578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BE9A22AA-1314-4104-8E94-3AF2D17723CF}">
                <a16:creationId xmlns:a16="http://schemas.microsoft.com/office/drawing/2010/main" id="{D35909AC-C653-41EE-9773-692D2AD76426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085346B0-BA75-4D57-B977-5984DEEE777E}">
                <a16:creationId xmlns:a16="http://schemas.microsoft.com/office/drawing/2010/main" id="{CF09046F-434E-4C8F-AFAD-044EE040080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81E1BA24-B6D0-4D45-AC59-E6DFA9DD1608}">
                <a16:creationId xmlns:a16="http://schemas.microsoft.com/office/drawing/2010/main" id="{939C77DE-9D79-4190-917D-187AF477F80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CD380DAB-E56B-4F8C-9967-29DFA27DDC02}">
                <a16:creationId xmlns:a16="http://schemas.microsoft.com/office/drawing/2010/main" id="{A95D6F64-D9E7-4F3A-A705-997FE41F67A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698239E-C8CF-476A-AAA1-542961ACE07B}">
        <p14:creationId xmlns:p14="http://schemas.microsoft.com/office/powerpoint/2010/main" val="1734961893463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0E361016-7983-4BF6-B1CE-3884D26DC7C4}">
                <a16:creationId xmlns:a16="http://schemas.microsoft.com/office/drawing/2010/main" id="{12BEE476-2C10-4EAD-88DF-BC848C898CD0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F9C0A29B-9C16-4979-BF89-27CFFE149212}">
                <a16:creationId xmlns:a16="http://schemas.microsoft.com/office/drawing/2010/main" id="{2EBE1416-C59E-4CC7-A626-8D0FA443B5DC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2BABC207-D8A9-4D7A-82EE-671E2214A945}">
                <a16:creationId xmlns:a16="http://schemas.microsoft.com/office/drawing/2010/main" id="{62E32793-C8CD-4CB3-B8A6-F905B51018DA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8D8CA728-4C6F-4E2C-9DF7-42148EAD4A5B}">
                <a16:creationId xmlns:a16="http://schemas.microsoft.com/office/drawing/2010/main" id="{A7019C2E-47DD-4AFE-AB76-F0269995D053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2E4E3A29-8F48-4542-A815-0005131B95E8}">
                <a16:creationId xmlns:a16="http://schemas.microsoft.com/office/drawing/2010/main" id="{171B9F67-896B-4138-BC46-7322C09D20D4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788EFE52-5839-45BD-868A-00FAB60AB8C2}">
                <a16:creationId xmlns:a16="http://schemas.microsoft.com/office/drawing/2010/main" id="{8E245F98-7DD1-40B9-B4DE-0C612626E2BE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9D694770-4EC3-42BC-8C96-D87534C7F3C4}">
                <a16:creationId xmlns:a16="http://schemas.microsoft.com/office/drawing/2010/main" id="{88113E7B-4331-4B09-9264-31B7B87A9EFF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BF30A335-50E8-4066-89D1-F4DAE453493E}">
                <a16:creationId xmlns:a16="http://schemas.microsoft.com/office/drawing/2010/main" id="{7D19BB23-3193-4468-B263-468F6CE1A839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B70FAF63-28BB-4E89-A30B-8C6C09738929}">
                <a16:creationId xmlns:a16="http://schemas.microsoft.com/office/drawing/2010/main" id="{E5617424-EBCE-44B7-A3D8-D1E188C840CC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D8C1E7B0-984F-4593-87EC-B574F870C9F8}">
                <a16:creationId xmlns:a16="http://schemas.microsoft.com/office/drawing/2010/main" id="{CB8F9688-7AE2-4592-B3AC-21BB62C5794C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2B9D5BE8-C06F-418A-A910-EBFA98AAE982}">
                <a16:creationId xmlns:a16="http://schemas.microsoft.com/office/drawing/2010/main" id="{F4061A78-5C71-49E9-9040-70FA650743A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E52496FC-0667-4663-BA8C-07D143C98BEC}">
                <a16:creationId xmlns:a16="http://schemas.microsoft.com/office/drawing/2010/main" id="{E4069EF2-8718-4301-8675-73AEB64E1B5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B78CF55F-70F2-4098-B447-89B3926AE121}">
                <a16:creationId xmlns:a16="http://schemas.microsoft.com/office/drawing/2010/main" id="{72479543-DD84-436A-8FBB-B29EAB71563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2D2C9882-3959-411A-A259-7D04FF71486D}">
        <p14:creationId xmlns:p14="http://schemas.microsoft.com/office/powerpoint/2010/main" val="1734961893464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9A79515-6978-41C3-8916-F0C4908485BE}">
                <a16:creationId xmlns:a16="http://schemas.microsoft.com/office/drawing/2010/main" id="{8312E58E-5F3B-4BBD-A83E-A2320582B1C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69D67E9C-632B-48E2-8C1E-80476A4F29F0}">
                <a16:creationId xmlns:a16="http://schemas.microsoft.com/office/drawing/2010/main" id="{EF7F0C0A-A179-44CF-BF83-C95825ECAF7B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82917D90-040A-41B3-A0C0-01E32A5886F0}">
                <a16:creationId xmlns:a16="http://schemas.microsoft.com/office/drawing/2010/main" id="{9E33A7B5-7EF7-4DF8-84A3-B3C78C73C899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9EBE01AE-23DA-43CC-A124-47D62E9990E0}">
                <a16:creationId xmlns:a16="http://schemas.microsoft.com/office/drawing/2010/main" id="{84432E5C-EE17-4ABF-8C9D-D83A4EEE4ED0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061234E3-E9D4-419F-96D8-FE87AE80E7D4}">
                <a16:creationId xmlns:a16="http://schemas.microsoft.com/office/drawing/2010/main" id="{E4B25FAB-DE17-4F63-B42C-4B309D6FEDD0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346E6187-225B-4C02-93F5-5D1010878872}">
                <a16:creationId xmlns:a16="http://schemas.microsoft.com/office/drawing/2010/main" id="{82B94120-537E-4637-AD4E-7810EBBC8A0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1471A83B-0656-46CF-AAF4-888257540982}">
                <a16:creationId xmlns:a16="http://schemas.microsoft.com/office/drawing/2010/main" id="{533B128B-1CBD-471D-B695-34142EECD8B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39981626-40F5-4190-AE60-51B5BCCE04D5}">
                <a16:creationId xmlns:a16="http://schemas.microsoft.com/office/drawing/2010/main" id="{E5C2ADEE-7773-4289-BB0E-D8B28D7F23F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32F01875-1A3C-420B-BBF6-9DAC5C030D35}">
        <p14:creationId xmlns:p14="http://schemas.microsoft.com/office/powerpoint/2010/main" val="1734961893466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800ECE54-025E-4582-995F-435859A85AC5}">
                <a16:creationId xmlns:a16="http://schemas.microsoft.com/office/drawing/2010/main" id="{B08A80EA-6B69-4BE6-BA21-CA8290FEF9FC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4E31E9F2-A303-4F91-92F2-903EF14B3B04}">
                <a16:creationId xmlns:a16="http://schemas.microsoft.com/office/drawing/2010/main" id="{5AF9F16C-A2FC-4229-812F-92B78A8D6BE0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E42D9457-A723-49AB-A519-8FDEF173BAE1}">
                <a16:creationId xmlns:a16="http://schemas.microsoft.com/office/drawing/2010/main" id="{876D3F9F-0A53-404F-88BB-311E037D6D01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B4AF9AE5-03A5-4884-9474-F3673CF2F37A}">
                <a16:creationId xmlns:a16="http://schemas.microsoft.com/office/drawing/2010/main" id="{7D13B7AA-4179-4993-AB00-D2BE6775BE22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257F738A-CC1A-4579-A9F0-EA25DC4A63B9}">
                <a16:creationId xmlns:a16="http://schemas.microsoft.com/office/drawing/2010/main" id="{DF6D8FD6-B7E1-45EB-85DC-9A19D2B29E23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3F833121-27DD-4EAC-AEC9-AA583AD8D13C}">
                <a16:creationId xmlns:a16="http://schemas.microsoft.com/office/drawing/2010/main" id="{80AE7E6D-6218-4FE9-8D87-0FCAC355AE02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93E27184-5E1D-40D8-B538-B8650B2E1DF7}">
                <a16:creationId xmlns:a16="http://schemas.microsoft.com/office/drawing/2010/main" id="{748407BA-F23A-46D2-BF96-FD2DC27BCE41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A4F1303B-3B1D-4044-92D3-0CCD5B2A859A}">
                <a16:creationId xmlns:a16="http://schemas.microsoft.com/office/drawing/2010/main" id="{F47D1FB8-F0F6-4EB6-85D3-AE65D4E1FBA8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86FBE978-D0F0-422F-B6DA-79A9EFFC69AA}">
                <a16:creationId xmlns:a16="http://schemas.microsoft.com/office/drawing/2010/main" id="{2B6DAF00-9BEF-4C46-8A1A-4F5FD7121BA9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858C4763-6F16-4264-8AC0-4E0EBACE6BB3}">
                <a16:creationId xmlns:a16="http://schemas.microsoft.com/office/drawing/2010/main" id="{110C3896-21F6-4E86-B1FC-7FE7359C31D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5373663E-0EDB-4FD7-9F1A-873D9A853926}">
                <a16:creationId xmlns:a16="http://schemas.microsoft.com/office/drawing/2010/main" id="{F11981CC-E353-4878-B102-DFBC0971471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7F2AA572-0EFF-4D6A-A147-C998A8295BDC}">
                <a16:creationId xmlns:a16="http://schemas.microsoft.com/office/drawing/2010/main" id="{EEB94687-A3C8-407D-B009-716836AA398E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63340D55-7699-4DFF-9252-966237B482FD}">
                <a16:creationId xmlns:a16="http://schemas.microsoft.com/office/drawing/2010/main" id="{EBA56526-205D-4C77-8CC3-77FD8E324B31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CF1D0064-EFD9-46A8-908B-CCA09B8E5B5B}">
                <a16:creationId xmlns:a16="http://schemas.microsoft.com/office/drawing/2010/main" id="{8E23CB22-F3C5-4A0B-A83A-2191655C1E6C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https://www.manageengine.com/log-management/" TargetMode="External" Type="http://schemas.openxmlformats.org/officeDocument/2006/relationships/hyperlink"/><Relationship Id="rId3" Target="https://www.manageengine.com/cloud-siem/" TargetMode="External" Type="http://schemas.openxmlformats.org/officeDocument/2006/relationships/hyperlink"/><Relationship Id="rId4" Target="https://www.manageengine.com/siem-ms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https://www.manageengine.com/products/eventlog/" TargetMode="External" Type="http://schemas.openxmlformats.org/officeDocument/2006/relationships/hyperlink"/><Relationship Id="rId3" Target="https://www.manageengine.com/log-management-ms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2" Target="https://www.manageengine.com/products/firewall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https://www.manageengine.com/products/active-directory-audi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https://www.manageengine.com/sharepoint-management-reporting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2" Target="https://www.manageengine.com/microsoft-365-security-protection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2" Target="https://www.manageengine.com/cloud-security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2" Target="https://www.manageengine.com/data-security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2" Target="https://www.manageengine.com/file-analysis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8D85F79C-C46C-46B7-828F-27964C06F575}">
                <a16:creationId xmlns:a16="http://schemas.microsoft.com/office/drawing/2010/main" id="{A9A01004-92D4-467D-8A5C-95DD361D1C4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0EBBD9F4-2DE3-41B1-9553-96140E156A2B}">
                <a16:creationId xmlns:a16="http://schemas.microsoft.com/office/drawing/2010/main" id="{86779BE6-416E-4868-AF74-9AF386E116F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37768" y="2397499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br>
              <a:rPr b="1" dirty="0" lang="en-US" sz="2800">
                <a:latin typeface="Zoho Puvi-heavy"/>
              </a:rPr>
            </a:br>
            <a:r>
              <a:rPr b="1" dirty="0" lang="en-US" sz="2800">
                <a:latin typeface="Zoho Puvi-heavy"/>
              </a:rPr>
              <a:t>Security information and event management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8BBDC19B-A65A-422F-8AFD-D83AF0134B31}">
                <a16:creationId xmlns:a16="http://schemas.microsoft.com/office/drawing/2010/main" id="{B1408146-1039-44DE-8F5A-5A3EADCB186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549662" y="1477041"/>
            <a:ext cx="2044684" cy="360778"/>
          </a:xfrm>
          <a:prstGeom prst="rect">
            <a:avLst/>
          </a:prstGeom>
          <a:noFill/>
        </p:spPr>
      </p:pic>
    </p:spTree>
    <p:extLst>
      <p:ext uri="{1E7CE546-938F-4F49-85EB-355E6E7C6E78}">
        <p14:creationId xmlns:p14="http://schemas.microsoft.com/office/powerpoint/2010/main" val="1734961893468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87189FD-ECE0-4644-8A06-B3E4D365F788}">
                <a16:creationId xmlns:a16="http://schemas.microsoft.com/office/drawing/2010/main" id="{77A60D2B-8EBC-436E-A327-931AE29B532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2143125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Security </a:t>
            </a:r>
            <a:br>
              <a:rPr b="1" dirty="0" lang="en-US" sz="2400">
                <a:solidFill>
                  <a:srgbClr val="ffc000"/>
                </a:solidFill>
                <a:latin typeface="Zoho Puvi-heavy"/>
              </a:rPr>
            </a:br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information </a:t>
            </a:r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and </a:t>
            </a:r>
            <a:br>
              <a:rPr b="1" dirty="0" lang="en-US" sz="2400">
                <a:solidFill>
                  <a:srgbClr val="ffc000"/>
                </a:solidFill>
                <a:latin typeface="Zoho Puvi-heavy"/>
              </a:rPr>
            </a:br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event management</a:t>
            </a:r>
          </a:p>
          <a:p>
            <a:pPr/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Secure your network from cyber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attacks</a:t>
            </a:r>
            <a:br>
              <a:rPr b="0" dirty="0" lang="en-US" sz="1400" u="none">
                <a:solidFill>
                  <a:schemeClr val="bg1"/>
                </a:solidFill>
                <a:latin typeface="Zoho Puvi"/>
              </a:rPr>
            </a:b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 and ensure compliance</a:t>
            </a:r>
            <a:endParaRPr b="0" dirty="0" lang="en-US" sz="1400" u="none">
              <a:solidFill>
                <a:schemeClr val="bg1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08739F2-EFB5-47C0-B0AC-3A50412261F6}">
                <a16:creationId xmlns:a16="http://schemas.microsoft.com/office/drawing/2010/main" id="{BDA1666C-48B5-4324-B648-69434F59DCE8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531976" y="1066800"/>
            <a:ext cx="3612546" cy="3048000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 indent="0" marL="0">
              <a:buNone/>
            </a:pPr>
            <a:r>
              <a:rPr b="1" dirty="0" err="1" lang="en-US" sz="1400" u="none">
                <a:solidFill>
                  <a:srgbClr val="24b6ff"/>
                </a:solidFill>
                <a:latin typeface="Zoho Puvi"/>
              </a:rPr>
              <a:t>SIEM</a:t>
            </a:r>
            <a:br>
              <a:rPr b="1" dirty="0" lang="en-US" sz="1400" u="none">
                <a:solidFill>
                  <a:srgbClr val="ffffff"/>
                </a:solidFill>
                <a:latin typeface="Zoho Puvi"/>
              </a:rPr>
            </a:b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Spot, investigate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,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 and neutralize </a:t>
            </a:r>
            <a:br>
              <a:rPr b="0" dirty="0" lang="en-US" sz="1400" u="none">
                <a:solidFill>
                  <a:srgbClr val="ffffff"/>
                </a:solidFill>
                <a:latin typeface="Zoho Puvi"/>
              </a:rPr>
            </a:b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security threats</a:t>
            </a:r>
          </a:p>
          <a:p>
            <a:pPr indent="0" marL="0">
              <a:buNone/>
            </a:pP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Log and compliance management </a:t>
            </a:r>
            <a:br>
              <a:rPr b="1" dirty="0" lang="en-US" sz="1400" u="none">
                <a:solidFill>
                  <a:srgbClr val="ffffff"/>
                </a:solidFill>
                <a:latin typeface="Zoho Puvi"/>
              </a:rPr>
            </a:b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Gain deeper visibility into security events and ensure compliance</a:t>
            </a:r>
            <a:br>
              <a:rPr b="0" dirty="0" lang="en-US" sz="1400" u="none">
                <a:solidFill>
                  <a:srgbClr val="ffffff"/>
                </a:solidFill>
                <a:latin typeface="Zoho Puvi"/>
              </a:rPr>
            </a:br>
            <a:br>
              <a:rPr b="0" dirty="0" lang="en-US" sz="1400" u="none">
                <a:solidFill>
                  <a:srgbClr val="ffffff"/>
                </a:solidFill>
                <a:latin typeface="Zoho Puvi"/>
              </a:rPr>
            </a:b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Security auditing </a:t>
            </a:r>
            <a:br>
              <a:rPr b="1" dirty="0" lang="en-US" sz="1400" u="none">
                <a:solidFill>
                  <a:srgbClr val="ffffff"/>
                </a:solidFill>
                <a:latin typeface="Zoho Puvi"/>
              </a:rPr>
            </a:b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Audit A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ctive Directory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, 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cloud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 platforms,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 and files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 to enhance </a:t>
            </a:r>
            <a:r>
              <a:rPr b="0" dirty="0" lang="en-US" sz="1400" u="none">
                <a:solidFill>
                  <a:srgbClr val="ffffff"/>
                </a:solidFill>
                <a:latin typeface="Zoho Puvi"/>
              </a:rPr>
              <a:t>your security posture</a:t>
            </a:r>
            <a:endParaRPr b="0" dirty="0" lang="en-US" sz="1400" u="none">
              <a:solidFill>
                <a:srgbClr val="ffffff"/>
              </a:solidFill>
              <a:latin typeface="Zoho Puvi"/>
            </a:endParaRPr>
          </a:p>
        </p:txBody>
      </p:sp>
    </p:spTree>
    <p:extLst>
      <p:ext uri="{C9CBAD39-2AF8-4FC0-83F5-4989B74ADE9C}">
        <p14:creationId xmlns:p14="http://schemas.microsoft.com/office/powerpoint/2010/main" val="1734961893469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5D78880-DC8C-4E65-9B48-96F6264C71BE}">
                <a16:creationId xmlns:a16="http://schemas.microsoft.com/office/drawing/2010/main" id="{AA0B3A9E-B7E3-4BAF-8798-F3A860ED8C8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621564" y="1821218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err="1" lang="en-US" sz="2400" u="none">
                <a:solidFill>
                  <a:schemeClr val="tx1"/>
                </a:solidFill>
                <a:latin typeface="Zoho Puvi-heavy"/>
              </a:rPr>
              <a:t>SIEM</a:t>
            </a:r>
            <a:endParaRPr b="1" dirty="0" err="1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D6E07FB5-FC9F-4719-990C-099FFADAE441}">
                <a16:creationId xmlns:a16="http://schemas.microsoft.com/office/drawing/2010/main" id="{88F00BEF-FA5E-49F7-A225-3AE82BA212C3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25143" y="1933451"/>
            <a:ext cx="3180245" cy="819426"/>
          </a:xfrm>
          <a:prstGeom prst="rect">
            <a:avLst/>
          </a:prstGeo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1" dirty="0" lang="en-US" sz="1400">
                <a:latin typeface="Zoho Puvi"/>
              </a:rPr>
              <a:t>Log360: </a:t>
            </a:r>
            <a:r>
              <a:rPr b="0" dirty="0" lang="en-US" sz="1400">
                <a:latin typeface="Zoho Puvi"/>
              </a:rPr>
              <a:t>Unified SIEM solution with integrated DLP and CASB capabilities</a:t>
            </a:r>
            <a:endParaRPr b="0" dirty="0" lang="en-US" sz="1400">
              <a:latin typeface="Zoho Puvi"/>
            </a:endParaRPr>
          </a:p>
        </p:txBody>
      </p:sp>
    </p:spTree>
    <p:extLst>
      <p:ext uri="{34E24E05-12B6-4C10-9475-0C3F63FBFB6E}">
        <p14:creationId xmlns:p14="http://schemas.microsoft.com/office/powerpoint/2010/main" val="1734961893470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C588CE5-8E49-4A07-BCCB-B4C397ED402E}">
                <a16:creationId xmlns:a16="http://schemas.microsoft.com/office/drawing/2010/main" id="{8353878E-59DD-4588-957A-A96172ECDE3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Log360</a:t>
            </a:r>
          </a:p>
          <a:p>
            <a:pPr/>
            <a:r>
              <a:rPr b="1" dirty="0" i="0" lang="en-US" sz="1400">
                <a:latin typeface="Zoho Puvi"/>
              </a:rPr>
              <a:t>Unified </a:t>
            </a:r>
            <a:r>
              <a:rPr b="1" dirty="0" err="1" i="0" lang="en-US" sz="1400">
                <a:latin typeface="Zoho Puvi"/>
              </a:rPr>
              <a:t>SIEM</a:t>
            </a:r>
            <a:r>
              <a:rPr b="1" dirty="0" i="0" lang="en-US" sz="1400">
                <a:latin typeface="Zoho Puvi"/>
              </a:rPr>
              <a:t> solution with integrated </a:t>
            </a:r>
            <a:r>
              <a:rPr b="1" dirty="0" err="1" i="0" lang="en-US" sz="1400">
                <a:latin typeface="Zoho Puvi"/>
              </a:rPr>
              <a:t>DLP</a:t>
            </a:r>
            <a:r>
              <a:rPr b="1" dirty="0" i="0" lang="en-US" sz="1400">
                <a:latin typeface="Zoho Puvi"/>
              </a:rPr>
              <a:t> and </a:t>
            </a:r>
            <a:r>
              <a:rPr b="1" dirty="0" err="1" i="0" lang="en-US" sz="1400">
                <a:latin typeface="Zoho Puvi"/>
              </a:rPr>
              <a:t>CASB</a:t>
            </a:r>
            <a:r>
              <a:rPr b="1" dirty="0" i="0" lang="en-US" sz="1400">
                <a:latin typeface="Zoho Puvi"/>
              </a:rPr>
              <a:t> capabilities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3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err="1" lang="en-US" sz="1400">
                <a:solidFill>
                  <a:schemeClr val="accent6"/>
                </a:solidFill>
                <a:latin typeface="Zoho Puvi"/>
                <a:hlinkClick r:id="rId4"/>
              </a:rPr>
              <a:t>MSSP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 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4993CDBB-9C2F-4C5D-A6FA-0B4EF1C8DDF6}">
                <a16:creationId xmlns:a16="http://schemas.microsoft.com/office/drawing/2010/main" id="{21EE8CBA-A63F-419F-94F2-D65269D1E3B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Dynamic threat intelligence and real-time threat detection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Actionable security analytics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End-to-end incident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In-depth cloud security analytics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</a:t>
            </a:r>
            <a:r>
              <a:rPr b="0" dirty="0" lang="en-US" sz="1400">
                <a:latin typeface="Zoho Puvi"/>
              </a:rPr>
              <a:t>nomaly detection</a:t>
            </a:r>
            <a:r>
              <a:rPr b="0" dirty="0" lang="en-US" sz="1400">
                <a:latin typeface="Zoho Puvi"/>
              </a:rPr>
              <a:t> driven by behavioral analytics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Active Directory auditing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Integrated compliance management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High-speed forensic analysis engine</a:t>
            </a:r>
            <a:endParaRPr b="0" dirty="0" lang="en-US" sz="1400">
              <a:latin typeface="Zoho Puvi"/>
            </a:endParaRPr>
          </a:p>
        </p:txBody>
      </p:sp>
    </p:spTree>
    <p:extLst>
      <p:ext uri="{264FA886-E778-4F3A-BB95-0208DE22304C}">
        <p14:creationId xmlns:p14="http://schemas.microsoft.com/office/powerpoint/2010/main" val="1734961893471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FC8BED2-625E-4AEB-BF70-E0D1280F4614}">
                <a16:creationId xmlns:a16="http://schemas.microsoft.com/office/drawing/2010/main" id="{6540B26E-B50A-4414-ABF1-F62A741A603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257300" y="2005222"/>
            <a:ext cx="2252843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Log and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compliance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 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C61660C0-0CA2-475E-9C52-DC3A1BA71DE8}">
                <a16:creationId xmlns:a16="http://schemas.microsoft.com/office/drawing/2010/main" id="{1EFBD523-2CB7-4D97-AB19-78846AB4C0EE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51642" y="1571625"/>
            <a:ext cx="3805666" cy="2001593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err="1" lang="en-US" sz="1400">
                <a:latin typeface="Zoho Puvi"/>
              </a:rPr>
              <a:t>EventLog</a:t>
            </a:r>
            <a:r>
              <a:rPr b="1" dirty="0" lang="en-US" sz="1400">
                <a:latin typeface="Zoho Puvi"/>
              </a:rPr>
              <a:t> Analyzer: </a:t>
            </a:r>
            <a:br>
              <a:rPr b="1" dirty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Comprehensive log and IT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compliance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Firewall Analyzer: </a:t>
            </a:r>
            <a:r>
              <a:rPr b="0" dirty="0" i="0" lang="en-US" sz="1400">
                <a:latin typeface="Zoho Puvi"/>
              </a:rPr>
              <a:t>Firewall rule, configuration, and log management</a:t>
            </a:r>
          </a:p>
          <a:p>
            <a:pPr/>
            <a:r>
              <a:rPr dirty="0" i="0" lang="en-US" sz="1400">
                <a:latin typeface="Roboto"/>
              </a:rPr>
              <a:t/>
            </a:r>
            <a:endParaRPr dirty="0" i="0" lang="en-US" sz="1400">
              <a:latin typeface="Roboto"/>
            </a:endParaRPr>
          </a:p>
        </p:txBody>
      </p:sp>
    </p:spTree>
    <p:extLst>
      <p:ext uri="{526CDEF5-9769-456C-A629-2F4767675262}">
        <p14:creationId xmlns:p14="http://schemas.microsoft.com/office/powerpoint/2010/main" val="1734961893472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F04A9C8-9575-448C-A913-B6FC2B1B8B9A}">
                <a16:creationId xmlns:a16="http://schemas.microsoft.com/office/drawing/2010/main" id="{04B3FF6D-78ED-49A3-AF3E-7A6E957C8FA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EventLog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Analyzer</a:t>
            </a:r>
          </a:p>
          <a:p>
            <a:pPr/>
            <a:r>
              <a:rPr b="1" dirty="0" i="0" lang="en-US" sz="1400">
                <a:latin typeface="Zoho Puvi"/>
              </a:rPr>
              <a:t>Comprehensive log and IT </a:t>
            </a:r>
            <a:r>
              <a:rPr b="1" dirty="0" i="0" lang="en-US" sz="1400">
                <a:latin typeface="Zoho Puvi"/>
              </a:rPr>
              <a:t>compliance management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On-premises 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| </a:t>
            </a:r>
            <a:r>
              <a:rPr b="1" dirty="0" err="1" lang="en-US" sz="1400">
                <a:solidFill>
                  <a:srgbClr val="c1408a"/>
                </a:solidFill>
                <a:latin typeface="Zoho Puvi"/>
                <a:hlinkClick r:id="rId3"/>
              </a:rPr>
              <a:t>MSSP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4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862D0C40-CB2B-473F-9CE4-8A24B5B2FD97}">
                <a16:creationId xmlns:a16="http://schemas.microsoft.com/office/drawing/2010/main" id="{34CE2FF6-9229-4C7C-9DE0-F2401B8F9C8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Comprehensive log collection, processing</a:t>
            </a:r>
            <a:r>
              <a:rPr b="0" dirty="0" lang="en-US" sz="1400">
                <a:latin typeface="Zoho Puvi"/>
              </a:rPr>
              <a:t>,</a:t>
            </a:r>
            <a:r>
              <a:rPr b="0" dirty="0" lang="en-US" sz="1400">
                <a:latin typeface="Zoho Puvi"/>
              </a:rPr>
              <a:t> and archival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Built-in custom log parser for in-house log analysis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In-depth security auditing and analysis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event log correlation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Built-in file integrity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Analysis of </a:t>
            </a:r>
            <a:r>
              <a:rPr b="0" dirty="0" lang="en-US" sz="1400">
                <a:latin typeface="Zoho Puvi"/>
              </a:rPr>
              <a:t>d</a:t>
            </a:r>
            <a:r>
              <a:rPr b="0" dirty="0" lang="en-US" sz="1400">
                <a:latin typeface="Zoho Puvi"/>
              </a:rPr>
              <a:t>atabase and web server security log</a:t>
            </a:r>
            <a:r>
              <a:rPr b="0" dirty="0" lang="en-US" sz="1400">
                <a:latin typeface="Zoho Puvi"/>
              </a:rPr>
              <a:t>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event response system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Integrated compliance management</a:t>
            </a:r>
            <a:endParaRPr b="0" dirty="0" lang="en-US" sz="1400">
              <a:latin typeface="Zoho Puvi"/>
            </a:endParaRPr>
          </a:p>
        </p:txBody>
      </p:sp>
    </p:spTree>
    <p:extLst>
      <p:ext uri="{7035A885-ADF6-45AA-B2DE-6D6062E06965}">
        <p14:creationId xmlns:p14="http://schemas.microsoft.com/office/powerpoint/2010/main" val="1734961893473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6C22A39-DE14-471D-AC25-1FDCD31A1D72}">
                <a16:creationId xmlns:a16="http://schemas.microsoft.com/office/drawing/2010/main" id="{FDB88D33-57C7-4C3E-AAAE-6C1FB785919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3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Firewall Analyzer</a:t>
            </a:r>
          </a:p>
          <a:p>
            <a:pPr/>
            <a:r>
              <a:rPr b="1" dirty="0" i="0" lang="en-US" sz="1400">
                <a:latin typeface="Zoho Puvi"/>
              </a:rPr>
              <a:t>Firewall rule, configuration, and log management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D0F689BC-6618-4391-AEA3-012EA9C59A23}">
                <a16:creationId xmlns:a16="http://schemas.microsoft.com/office/drawing/2010/main" id="{4A50F22F-F26B-4379-B803-9824466E3914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‌Firewall policy analysis and administration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Firewall configuration monitoring and change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Firewall compliance reports and auditing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Firewall log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Network traffic and bandwidth monitoring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Security and </a:t>
            </a:r>
            <a:r>
              <a:rPr b="0" dirty="0" err="1" lang="en-US" sz="1400">
                <a:latin typeface="Zoho Puvi"/>
              </a:rPr>
              <a:t>VPN</a:t>
            </a:r>
            <a:r>
              <a:rPr b="0" dirty="0" lang="en-US" sz="1400">
                <a:latin typeface="Zoho Puvi"/>
              </a:rPr>
              <a:t>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User activity monitoring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Network forensic audits </a:t>
            </a:r>
            <a:endParaRPr b="0" dirty="0" lang="en-US" sz="1400">
              <a:latin typeface="Zoho Puvi"/>
            </a:endParaRPr>
          </a:p>
        </p:txBody>
      </p:sp>
    </p:spTree>
    <p:extLst>
      <p:ext uri="{48508A01-A1D0-4A2F-BD1B-60D32B5D0B27}">
        <p14:creationId xmlns:p14="http://schemas.microsoft.com/office/powerpoint/2010/main" val="1734961893474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8361EF22-C0D6-4F14-A227-B9F1CA59C11D}">
                <a16:creationId xmlns:a16="http://schemas.microsoft.com/office/drawing/2010/main" id="{139713A9-0BA3-4353-89BE-B0E5E110938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43000" y="1685753"/>
            <a:ext cx="1582045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Security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auditing 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C697F8CD-50FA-4BA7-9D9C-CB16994CED4D}">
                <a16:creationId xmlns:a16="http://schemas.microsoft.com/office/drawing/2010/main" id="{8D114767-E9BA-42C4-BE46-EB058CF401C9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17914" y="876300"/>
            <a:ext cx="4248207" cy="3761927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ADAudit</a:t>
            </a:r>
            <a:r>
              <a:rPr b="1" dirty="0" i="0" lang="en-US" sz="1400">
                <a:latin typeface="Zoho Puvi"/>
              </a:rPr>
              <a:t> Plus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Real-time A</a:t>
            </a:r>
            <a:r>
              <a:rPr b="0" dirty="0" i="0" lang="en-US" sz="1400">
                <a:latin typeface="Zoho Puvi"/>
              </a:rPr>
              <a:t>ctive Directory</a:t>
            </a:r>
            <a:r>
              <a:rPr b="0" dirty="0" i="0" lang="en-US" sz="1400">
                <a:latin typeface="Zoho Puvi"/>
              </a:rPr>
              <a:t>, file</a:t>
            </a:r>
            <a:r>
              <a:rPr b="0" dirty="0" i="0" lang="en-US" sz="1400">
                <a:latin typeface="Zoho Puvi"/>
              </a:rPr>
              <a:t>,</a:t>
            </a:r>
            <a:r>
              <a:rPr b="0" dirty="0" i="0" lang="en-US" sz="1400">
                <a:latin typeface="Zoho Puvi"/>
              </a:rPr>
              <a:t> </a:t>
            </a:r>
            <a:r>
              <a:rPr b="0" dirty="0" i="0" lang="en-US" sz="1400">
                <a:latin typeface="Zoho Puvi"/>
              </a:rPr>
              <a:t>and</a:t>
            </a:r>
            <a:r>
              <a:rPr b="0" dirty="0" i="0" lang="en-US" sz="1400">
                <a:latin typeface="Zoho Puvi"/>
              </a:rPr>
              <a:t> Windows server change auditing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SharePoint Manager Plus: </a:t>
            </a:r>
            <a:r>
              <a:rPr b="0" dirty="0" i="0" lang="en-US" sz="1400">
                <a:latin typeface="Zoho Puvi"/>
              </a:rPr>
              <a:t>SharePoint reporting and auditing 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M365 Security Plus: </a:t>
            </a:r>
            <a:r>
              <a:rPr b="0" dirty="0" i="0" lang="en-US" sz="1400">
                <a:latin typeface="Zoho Puvi"/>
              </a:rPr>
              <a:t>Microsoft 365 </a:t>
            </a:r>
            <a:r>
              <a:rPr b="0" dirty="0" i="0" lang="en-US" sz="1400">
                <a:latin typeface="Zoho Puvi"/>
              </a:rPr>
              <a:t>security 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Cloud Security Plus: </a:t>
            </a:r>
            <a:r>
              <a:rPr b="0" dirty="0" i="0" lang="en-US" sz="1400">
                <a:latin typeface="Zoho Puvi"/>
              </a:rPr>
              <a:t>Cloud security monitoring and analytics</a:t>
            </a:r>
          </a:p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DataSecurity</a:t>
            </a:r>
            <a:r>
              <a:rPr b="1" dirty="0" i="0" lang="en-US" sz="1400">
                <a:latin typeface="Zoho Puvi"/>
              </a:rPr>
              <a:t> Plus: </a:t>
            </a:r>
            <a:r>
              <a:rPr b="0" dirty="0" i="0" lang="en-US" sz="1400">
                <a:latin typeface="Zoho Puvi"/>
              </a:rPr>
              <a:t>File auditing, data </a:t>
            </a:r>
            <a:r>
              <a:rPr b="0" dirty="0" i="0" lang="en-US" sz="1400">
                <a:latin typeface="Zoho Puvi"/>
              </a:rPr>
              <a:t>leak</a:t>
            </a:r>
            <a:r>
              <a:rPr b="0" dirty="0" i="0" lang="en-US" sz="1400">
                <a:latin typeface="Zoho Puvi"/>
              </a:rPr>
              <a:t> prevention, and data risk assessment</a:t>
            </a:r>
          </a:p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FileAnalysis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File security and storage analysis</a:t>
            </a:r>
            <a:endParaRPr b="0" dirty="0" i="0" lang="en-US" sz="1400">
              <a:latin typeface="Zoho Puvi"/>
            </a:endParaRPr>
          </a:p>
        </p:txBody>
      </p:sp>
    </p:spTree>
    <p:extLst>
      <p:ext uri="{1E95F4CB-136C-48CB-AFE4-45644487EFF5}">
        <p14:creationId xmlns:p14="http://schemas.microsoft.com/office/powerpoint/2010/main" val="1734961893476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B6676F6-1D71-4641-A40E-031E495F8DE9}">
                <a16:creationId xmlns:a16="http://schemas.microsoft.com/office/drawing/2010/main" id="{94431BBD-099F-46E3-8D53-0E7A15F85E1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ADAudit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i="0" lang="en-US" sz="1400">
                <a:latin typeface="Zoho Puvi"/>
              </a:rPr>
              <a:t>Real-time A</a:t>
            </a:r>
            <a:r>
              <a:rPr b="1" dirty="0" i="0" lang="en-US" sz="1400">
                <a:latin typeface="Zoho Puvi"/>
              </a:rPr>
              <a:t>ctive Directory</a:t>
            </a:r>
            <a:r>
              <a:rPr b="1" dirty="0" i="0" lang="en-US" sz="1400">
                <a:latin typeface="Zoho Puvi"/>
              </a:rPr>
              <a:t>, file</a:t>
            </a:r>
            <a:r>
              <a:rPr b="1" dirty="0" i="0" lang="en-US" sz="1400">
                <a:latin typeface="Zoho Puvi"/>
              </a:rPr>
              <a:t>,</a:t>
            </a:r>
            <a:r>
              <a:rPr b="1" dirty="0" i="0" lang="en-US" sz="1400">
                <a:latin typeface="Zoho Puvi"/>
              </a:rPr>
              <a:t> </a:t>
            </a:r>
            <a:r>
              <a:rPr b="1" dirty="0" i="0" lang="en-US" sz="1400">
                <a:latin typeface="Zoho Puvi"/>
              </a:rPr>
              <a:t>and</a:t>
            </a:r>
            <a:r>
              <a:rPr b="1" dirty="0" i="0" lang="en-US" sz="1400">
                <a:latin typeface="Zoho Puvi"/>
              </a:rPr>
              <a:t> Windows server change auditing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4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2ABBDB0-92FC-4997-AFF3-2B706A6C545C}">
                <a16:creationId xmlns:a16="http://schemas.microsoft.com/office/drawing/2010/main" id="{5A214AA0-81AA-4369-B0B4-DCF88C6B488E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6192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Real</a:t>
            </a:r>
            <a:r>
              <a:rPr b="0" dirty="0" lang="en-US" sz="1400">
                <a:latin typeface="Zoho Puvi"/>
              </a:rPr>
              <a:t>-</a:t>
            </a:r>
            <a:r>
              <a:rPr b="0" dirty="0" lang="en-US" sz="1400">
                <a:latin typeface="Zoho Puvi"/>
              </a:rPr>
              <a:t>time change monitoring and alerting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</a:t>
            </a:r>
            <a:r>
              <a:rPr b="0" dirty="0" lang="en-US" sz="1400">
                <a:latin typeface="Zoho Puvi"/>
              </a:rPr>
              <a:t>ctive </a:t>
            </a:r>
            <a:r>
              <a:rPr b="0" dirty="0" lang="en-US" sz="1400">
                <a:latin typeface="Zoho Puvi"/>
              </a:rPr>
              <a:t>D</a:t>
            </a:r>
            <a:r>
              <a:rPr b="0" dirty="0" lang="en-US" sz="1400">
                <a:latin typeface="Zoho Puvi"/>
              </a:rPr>
              <a:t>irectory</a:t>
            </a:r>
            <a:r>
              <a:rPr b="0" dirty="0" lang="en-US" sz="1400">
                <a:latin typeface="Zoho Puvi"/>
              </a:rPr>
              <a:t> group management  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User logon monitoring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Audit trail for privilege</a:t>
            </a:r>
            <a:r>
              <a:rPr b="0" dirty="0" lang="en-US" sz="1400">
                <a:latin typeface="Zoho Puvi"/>
              </a:rPr>
              <a:t>d</a:t>
            </a:r>
            <a:r>
              <a:rPr b="0" dirty="0" lang="en-US" sz="1400">
                <a:latin typeface="Zoho Puvi"/>
              </a:rPr>
              <a:t> users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File access and user activity auditing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Anomaly detection using </a:t>
            </a:r>
            <a:r>
              <a:rPr b="0" dirty="0" err="1" lang="en-US" sz="1400">
                <a:latin typeface="Zoho Puvi"/>
              </a:rPr>
              <a:t>UBA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Compliance reports for </a:t>
            </a:r>
            <a:r>
              <a:rPr b="0" dirty="0" err="1" lang="en-US" sz="1400">
                <a:latin typeface="Zoho Puvi"/>
              </a:rPr>
              <a:t>SOX</a:t>
            </a:r>
            <a:r>
              <a:rPr b="0" dirty="0" lang="en-US" sz="1400">
                <a:latin typeface="Zoho Puvi"/>
              </a:rPr>
              <a:t>, </a:t>
            </a:r>
            <a:r>
              <a:rPr b="0" dirty="0" lang="en-US" sz="1400">
                <a:latin typeface="Zoho Puvi"/>
              </a:rPr>
              <a:t>the </a:t>
            </a:r>
            <a:r>
              <a:rPr b="0" dirty="0" err="1" lang="en-US" sz="1400">
                <a:latin typeface="Zoho Puvi"/>
              </a:rPr>
              <a:t>GDPR</a:t>
            </a:r>
            <a:r>
              <a:rPr b="0" dirty="0" lang="en-US" sz="1400">
                <a:latin typeface="Zoho Puvi"/>
              </a:rPr>
              <a:t>, and other mandates</a:t>
            </a:r>
            <a:endParaRPr b="0" dirty="0" lang="en-US" sz="1400">
              <a:latin typeface="Zoho Puvi"/>
            </a:endParaRPr>
          </a:p>
        </p:txBody>
      </p:sp>
    </p:spTree>
    <p:extLst>
      <p:ext uri="{0D9FEE9A-2B8A-449A-8F84-53571F94E630}">
        <p14:creationId xmlns:p14="http://schemas.microsoft.com/office/powerpoint/2010/main" val="1734961893477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1AC0674-5327-40C1-80F0-E68ABD68862C}">
                <a16:creationId xmlns:a16="http://schemas.microsoft.com/office/drawing/2010/main" id="{FC748987-398B-4CD0-A62B-7F234AFCD3E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SharePoint Manager Plus</a:t>
            </a:r>
          </a:p>
          <a:p>
            <a:pPr/>
            <a:r>
              <a:rPr b="1" dirty="0" lang="en-US" sz="1400">
                <a:latin typeface="Zoho Puvi"/>
              </a:rPr>
              <a:t>SharePoint reporting and auditing 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0E4D8F73-0DBB-487D-A308-E05412ABC455}">
                <a16:creationId xmlns:a16="http://schemas.microsoft.com/office/drawing/2010/main" id="{A23A6669-06E1-4089-9A5D-C37AEFBC136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SharePoint reporting and management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SharePoint security and auditing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SharePoint permission and group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Microsoft</a:t>
            </a:r>
            <a:r>
              <a:rPr b="0" dirty="0" lang="en-US" sz="1400">
                <a:latin typeface="Zoho Puvi"/>
              </a:rPr>
              <a:t> 365 management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Audit log archival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Usage analytics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SharePoint backup</a:t>
            </a:r>
            <a:endParaRPr b="0" dirty="0" lang="en-US" sz="1400">
              <a:latin typeface="Zoho Puvi"/>
            </a:endParaRPr>
          </a:p>
        </p:txBody>
      </p:sp>
    </p:spTree>
    <p:extLst>
      <p:ext uri="{4994CBEC-7DD0-4262-AA86-5C16CD40308C}">
        <p14:creationId xmlns:p14="http://schemas.microsoft.com/office/powerpoint/2010/main" val="1734961893478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364801C-1BE3-4952-B7D8-9BA304F6E051}">
                <a16:creationId xmlns:a16="http://schemas.microsoft.com/office/drawing/2010/main" id="{1C811B90-9391-4F6A-8A24-77123A0B694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M365 Security Plus</a:t>
            </a:r>
          </a:p>
          <a:p>
            <a:pPr/>
            <a:r>
              <a:rPr b="1" dirty="0" lang="en-US" sz="1400">
                <a:latin typeface="Zoho Puvi"/>
              </a:rPr>
              <a:t>Microsoft 365 security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9757D32-DA6B-4B02-ADCB-AF3384DBBE06}">
                <a16:creationId xmlns:a16="http://schemas.microsoft.com/office/drawing/2010/main" id="{23434A8B-B7F4-42B7-9DA5-68545F08EE2B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Granular auditing of user activities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Around-the-clock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Real-time alerting of critical activities and changes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Automated content search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Help desk delegation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Exchange Online backup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C25D6886-0742-40BF-9D9D-5F157A1360CE}">
        <p14:creationId xmlns:p14="http://schemas.microsoft.com/office/powerpoint/2010/main" val="1734961893479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BF5170A-0CC7-4BE9-B52D-952969489059}">
                <a16:creationId xmlns:a16="http://schemas.microsoft.com/office/drawing/2010/main" id="{F8CDFE8C-9DFB-47A8-8C83-DEC45DD4BCF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Cloud Security Plus</a:t>
            </a:r>
          </a:p>
          <a:p>
            <a:pPr/>
            <a:r>
              <a:rPr b="1" dirty="0" lang="en-US" sz="1400">
                <a:latin typeface="Zoho Puvi"/>
              </a:rPr>
              <a:t>Cloud security monitoring and analytics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C5664FA0-DD98-45B9-901B-17541C95B8F1}">
                <a16:creationId xmlns:a16="http://schemas.microsoft.com/office/drawing/2010/main" id="{5B7FBBC2-E77B-4A8F-87FB-E55BFCA9285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Cloud security monitoring for</a:t>
            </a:r>
            <a:r>
              <a:rPr b="0" dirty="0" lang="en-US" sz="1400">
                <a:latin typeface="Zoho Puvi"/>
              </a:rPr>
              <a:t> AWS </a:t>
            </a:r>
            <a:r>
              <a:rPr b="0" dirty="0" lang="en-US" sz="1400">
                <a:latin typeface="Zoho Puvi"/>
              </a:rPr>
              <a:t>and Azure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Salesforce log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Google Cloud Platform log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Easy </a:t>
            </a:r>
            <a:r>
              <a:rPr b="0" dirty="0" lang="en-US" sz="1400">
                <a:latin typeface="Zoho Puvi"/>
              </a:rPr>
              <a:t>log data </a:t>
            </a:r>
            <a:r>
              <a:rPr b="0" dirty="0" lang="en-US" sz="1400">
                <a:latin typeface="Zoho Puvi"/>
              </a:rPr>
              <a:t>search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Insights on user activity and network changes </a:t>
            </a:r>
            <a:endParaRPr b="0" dirty="0" lang="en-US" sz="1400">
              <a:latin typeface="Zoho Puvi"/>
            </a:endParaRPr>
          </a:p>
        </p:txBody>
      </p:sp>
    </p:spTree>
    <p:extLst>
      <p:ext uri="{B8498FCC-2579-46B3-A88C-AB837E6C7424}">
        <p14:creationId xmlns:p14="http://schemas.microsoft.com/office/powerpoint/2010/main" val="173496189348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83034B0-B041-4B65-8809-FC6CC2B7B832}">
                <a16:creationId xmlns:a16="http://schemas.microsoft.com/office/drawing/2010/main" id="{26BBF268-6D0B-4712-924E-FACAD708B64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DataSecurity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lang="en-US" sz="1400">
                <a:latin typeface="Zoho Puvi"/>
              </a:rPr>
              <a:t>File auditing, data leak prevention, and data risk assessment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D0730EBC-0BDD-4384-833B-DE4FBBB1A6AE}">
                <a16:creationId xmlns:a16="http://schemas.microsoft.com/office/drawing/2010/main" id="{30D57C35-CC7A-41FD-A2E0-14A2D09E06D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File server auditing and file integrity monitoring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Ransomware detection and response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File analysis and management of redundant, obsolete, and trivial (ROT) files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Share and NTFS permission analysis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Data discovery, classification, and risk assessment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Prevention of data leaks via </a:t>
            </a:r>
            <a:r>
              <a:rPr b="0" dirty="0" err="1" lang="en-US" sz="1400">
                <a:latin typeface="Zoho Puvi"/>
              </a:rPr>
              <a:t>USBs</a:t>
            </a:r>
            <a:r>
              <a:rPr b="0" dirty="0" lang="en-US" sz="1400">
                <a:latin typeface="Zoho Puvi"/>
              </a:rPr>
              <a:t> and Outlook clients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File copy protection</a:t>
            </a:r>
            <a:endParaRPr b="0" dirty="0" lang="en-US" sz="1400">
              <a:latin typeface="Zoho Puvi"/>
            </a:endParaRPr>
          </a:p>
        </p:txBody>
      </p:sp>
    </p:spTree>
    <p:extLst>
      <p:ext uri="{170118E9-221C-4120-A265-178564599CA6}">
        <p14:creationId xmlns:p14="http://schemas.microsoft.com/office/powerpoint/2010/main" val="1734961893481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709926A-0C0F-459C-9D33-37ADC9F6B12B}">
                <a16:creationId xmlns:a16="http://schemas.microsoft.com/office/drawing/2010/main" id="{14689265-40C2-42AA-A377-68CB35B104F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FileAnalysis</a:t>
            </a:r>
          </a:p>
          <a:p>
            <a:pPr/>
            <a:r>
              <a:rPr b="1" dirty="0" lang="en-US" sz="1400">
                <a:latin typeface="Zoho Puvi"/>
              </a:rPr>
              <a:t>File security and storage analysis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087EEF21-B8F6-4BF5-A7CC-0747101E5CDE}">
                <a16:creationId xmlns:a16="http://schemas.microsoft.com/office/drawing/2010/main" id="{DE04A475-57A4-4ABE-B08B-C211E12CD5E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Junk and inactive data management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Disk usage analysis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User-specific storage reporting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Orphaned file management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Effective permissions analysis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File security vulnerability detection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Overexposed file identification</a:t>
            </a:r>
            <a:endParaRPr b="0" dirty="0" lang="en-US" sz="1400">
              <a:latin typeface="Zoho Puvi"/>
            </a:endParaRPr>
          </a:p>
        </p:txBody>
      </p:sp>
    </p:spTree>
    <p:extLst>
      <p:ext uri="{651D3B4D-DD04-4135-88C1-CE805CE68F64}">
        <p14:creationId xmlns:p14="http://schemas.microsoft.com/office/powerpoint/2010/main" val="1734961893482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84840EC6-9BFA-44C3-8BED-88A1860F13E7}">
                <a16:creationId xmlns:a16="http://schemas.microsoft.com/office/drawing/2010/main" id="{F7962E5E-3E0E-400C-A660-6987CEACB439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FDDEB883-3E34-4562-8CF6-5BCAA6BC1FE0}">
                <a16:creationId xmlns:a16="http://schemas.microsoft.com/office/drawing/2010/main" id="{AD6CFB05-8264-4016-9778-4984F1400AAD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2EF167E2-FDB2-4209-BAB7-02F6CCD33970}">
                <a16:creationId xmlns:a16="http://schemas.microsoft.com/office/drawing/2010/main" id="{00010323-39D1-4C9D-95AB-9853D63F3667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61926D0C-CD96-41D6-9DFB-D11B08E0C7AC}">
        <p14:creationId xmlns:p14="http://schemas.microsoft.com/office/powerpoint/2010/main" val="1734961893483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3" val="Zoho Puvi-heavy"/>
  <p:tag name="webfont6" val="Open Sans-demi_bold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2024-11-13T02:28:22Z</dcterms:created>
  <dcterms:modified xsi:type="dcterms:W3CDTF">2024-11-13T02:41:19Z</dcterms:modified>
</cp:coreProperties>
</file>