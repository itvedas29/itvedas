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9144000" cy="5143500"/>
  <p:embeddedFontLst>
    <p:embeddedFont>
      <p:font typeface="Zoho Puvi"/>
      <p:regular r:id="rId27"/>
      <p:bold r:id="rId25"/>
    </p:embeddedFont>
    <p:embeddedFont>
      <p:font typeface="Roboto"/>
      <p:regular r:id="rId28"/>
    </p:embeddedFont>
    <p:embeddedFont>
      <p:font typeface="Zoho Puvi-heavy"/>
      <p:regular r:id="rId26"/>
    </p:embeddedFont>
    <p:embeddedFont>
      <p:font typeface="Open Sans-demi_bold"/>
      <p:regular r:id="rId30"/>
    </p:embeddedFont>
    <p:embeddedFont>
      <p:font typeface="Open Sans"/>
      <p:regular r:id="rId29"/>
      <p:bold r:id="rId31"/>
    </p:embeddedFont>
  </p:embeddedFontLst>
  <p:custDataLst>
    <p:tags r:id="rId32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slides/slide16.xml" Type="http://schemas.openxmlformats.org/officeDocument/2006/relationships/slide"/><Relationship Id="rId21" Target="slides/slide17.xml" Type="http://schemas.openxmlformats.org/officeDocument/2006/relationships/slide"/><Relationship Id="rId22" Target="slides/slide18.xml" Type="http://schemas.openxmlformats.org/officeDocument/2006/relationships/slide"/><Relationship Id="rId23" Target="tableStyles.xml" Type="http://schemas.openxmlformats.org/officeDocument/2006/relationships/tableStyles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26" Target="fonts/font3.fntdata" Type="http://schemas.openxmlformats.org/officeDocument/2006/relationships/font"/><Relationship Id="rId27" Target="fonts/font4.fntdata" Type="http://schemas.openxmlformats.org/officeDocument/2006/relationships/font"/><Relationship Id="rId28" Target="fonts/font5.fntdata" Type="http://schemas.openxmlformats.org/officeDocument/2006/relationships/font"/><Relationship Id="rId29" Target="fonts/font6.fntdata" Type="http://schemas.openxmlformats.org/officeDocument/2006/relationships/font"/><Relationship Id="rId30" Target="fonts/font7.fntdata" Type="http://schemas.openxmlformats.org/officeDocument/2006/relationships/font"/><Relationship Id="rId31" Target="fonts/font8.fntdata" Type="http://schemas.openxmlformats.org/officeDocument/2006/relationships/font"/><Relationship Id="rId32" Target="tags/tag3.xml" Type="http://schemas.openxmlformats.org/officeDocument/2006/relationships/tags"/><Relationship Id="rId33" Target="presProps.xml" Type="http://schemas.openxmlformats.org/officeDocument/2006/relationships/presProps"/><Relationship Id="rId34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CC197F-EFB5-4CB7-AF08-A77DA1BECE1F}">
                <a16:creationId xmlns:a16="http://schemas.microsoft.com/office/drawing/2010/main" id="{F2B63903-D838-4721-AD39-13EA9918E1B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BB201910-03C9-4AC4-A169-1DDD3E5BD01E}">
                <a16:creationId xmlns:a16="http://schemas.microsoft.com/office/drawing/2010/main" id="{823B537C-F856-421D-89C5-97D89299FCF0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7F1B73CE-4CA3-4AF9-A309-37248484DC94}">
                <a16:creationId xmlns:a16="http://schemas.microsoft.com/office/drawing/2010/main" id="{D9CF6529-FCF3-4527-8080-11ED5EA9D3B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402F83AB-9B26-4C07-991C-AFD4D8D95D23}">
                <a16:creationId xmlns:a16="http://schemas.microsoft.com/office/drawing/2010/main" id="{D04C6E2E-A092-4A65-A5C3-67D5FF61C2F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AB48044F-FFE1-4E79-B993-FFBD0CBBE083}">
                <a16:creationId xmlns:a16="http://schemas.microsoft.com/office/drawing/2010/main" id="{E763C66B-E917-45E5-839C-2F1F9A21C0A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3521DE1-5B04-4012-91D0-D7109DE97C64}">
        <p14:creationId xmlns:p14="http://schemas.microsoft.com/office/powerpoint/2010/main" val="173496201373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120E0AA-D67A-40F1-9134-BCDB97302D16}">
                <a16:creationId xmlns:a16="http://schemas.microsoft.com/office/drawing/2010/main" id="{7963A64D-F914-48D3-8582-2E413D475F7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0EE3B75E-650B-4CE9-9AE1-1F9F6650A0FE}">
                <a16:creationId xmlns:a16="http://schemas.microsoft.com/office/drawing/2010/main" id="{256946D3-61A0-4A65-A7CC-4CFD348F7AB4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6292E1F3-3C2F-4095-A169-79450C2CC6FA}">
                <a16:creationId xmlns:a16="http://schemas.microsoft.com/office/drawing/2010/main" id="{EDFF564A-0378-434C-9BA7-C8A991C942F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0388327F-5255-4148-91AE-79919E7F8FCC}">
                <a16:creationId xmlns:a16="http://schemas.microsoft.com/office/drawing/2010/main" id="{D2F88407-A035-4947-97E4-EC680BCF463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E2FAA18D-9F2D-4757-B923-4B86D25EA0ED}">
                <a16:creationId xmlns:a16="http://schemas.microsoft.com/office/drawing/2010/main" id="{7218A94E-C3F5-4368-88AB-3072AE380BB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0D8321F1-3B3A-41B8-8613-831C361B07EF}">
                <a16:creationId xmlns:a16="http://schemas.microsoft.com/office/drawing/2010/main" id="{83513460-F0A4-4543-B0E8-A6A21F66C2D6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B0379909-1F48-4465-B5D6-9B74D1B99F10}">
        <p14:creationId xmlns:p14="http://schemas.microsoft.com/office/powerpoint/2010/main" val="1734962013740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7C09FD67-6037-495D-9AB8-7F4AAE0C16B2}">
                <a16:creationId xmlns:a16="http://schemas.microsoft.com/office/drawing/2010/main" id="{ABEA309D-C8F1-4B51-B351-0C80AA942FD6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B5911356-5D49-498B-8A74-81C26C7DC5BD}">
                <a16:creationId xmlns:a16="http://schemas.microsoft.com/office/drawing/2010/main" id="{534EA84E-26E4-431B-B49D-8A206ADE748F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B05119D8-D46E-4FAF-9900-A48CF595C90B}">
                <a16:creationId xmlns:a16="http://schemas.microsoft.com/office/drawing/2010/main" id="{6F36002C-4913-42D2-A58D-866545A6A7C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A9E6DCA8-0A35-4947-92E7-BB1583FFAC5D}">
                <a16:creationId xmlns:a16="http://schemas.microsoft.com/office/drawing/2010/main" id="{46C5A783-21EC-4420-828F-4DE2765B263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07F8C0C7-146E-4219-BB42-738E1CAA2A8D}">
                <a16:creationId xmlns:a16="http://schemas.microsoft.com/office/drawing/2010/main" id="{0481F2F3-2E1C-4A2D-856A-85218697769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B07A8B2C-3B09-450C-B6A3-E082EF1C6AFE}">
                <a16:creationId xmlns:a16="http://schemas.microsoft.com/office/drawing/2010/main" id="{7F67C68D-BCFC-4E80-8EE9-C8149B6E2543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6A188D7F-4578-4BCD-80FF-3E64A1B8474C}">
        <p14:creationId xmlns:p14="http://schemas.microsoft.com/office/powerpoint/2010/main" val="173496201374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69442EEE-F526-47E2-8BDD-2C24E8A93614}">
                <a16:creationId xmlns:a16="http://schemas.microsoft.com/office/drawing/2010/main" id="{EFD1FF88-2FC3-4E2C-8536-6DC2ECF8CDDC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79914B74-C1EC-4691-84FA-3AB476024861}">
                <a16:creationId xmlns:a16="http://schemas.microsoft.com/office/drawing/2010/main" id="{9635B7A8-4881-46D9-AE96-09CC9A45800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49A7D2F6-9BFF-4661-9457-1CB408D8CFC2}">
                <a16:creationId xmlns:a16="http://schemas.microsoft.com/office/drawing/2010/main" id="{F8BF4A4C-B072-4BD2-90DB-9949BB6CE8B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85088F66-27DD-4D72-A339-89882814F788}">
                <a16:creationId xmlns:a16="http://schemas.microsoft.com/office/drawing/2010/main" id="{DEAD1D92-F3AD-4C4C-9385-620C7FAC65F5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70E86F1B-4FED-4C63-8BE4-05F230DF2FFF}">
                <a16:creationId xmlns:a16="http://schemas.microsoft.com/office/drawing/2010/main" id="{815CC67A-D599-4E8C-8FD6-5B4CEB2E3B8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51B6A666-5FB4-495A-AAF0-6F8101359710}">
                <a16:creationId xmlns:a16="http://schemas.microsoft.com/office/drawing/2010/main" id="{E93A6E30-CE9D-4176-AC84-7DCAD4713E9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8C42974A-80B5-4CFF-9222-240AFADBF5BE}">
                <a16:creationId xmlns:a16="http://schemas.microsoft.com/office/drawing/2010/main" id="{3940D967-908E-46DB-B24A-6051BD8264D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C54578F1-5917-4615-8C9F-D3E326A7A598}">
        <p14:creationId xmlns:p14="http://schemas.microsoft.com/office/powerpoint/2010/main" val="1734962013742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91A74269-DC2C-4970-B58F-5AEEEA0C7183}">
                <a16:creationId xmlns:a16="http://schemas.microsoft.com/office/drawing/2010/main" id="{B632519D-64A6-44C5-A8A1-B968438145D4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7EB94A57-B590-46A5-BAAA-5E7E6F2FC813}">
                <a16:creationId xmlns:a16="http://schemas.microsoft.com/office/drawing/2010/main" id="{FC58ADED-0A43-4C03-AE28-483FCE7A630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DABEB270-4030-4D71-9259-2C7819A57ED4}">
                <a16:creationId xmlns:a16="http://schemas.microsoft.com/office/drawing/2010/main" id="{3ACAD13C-5A0D-4B4F-8CA4-BECACC7AD1C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8501DA26-6691-4EAB-9842-3AF1C4C61DEC}">
                <a16:creationId xmlns:a16="http://schemas.microsoft.com/office/drawing/2010/main" id="{F5EA0FB4-264F-40DA-9FBB-371AA149E399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BC49C383-3D23-435D-87D6-20BC7CE4D593}">
                <a16:creationId xmlns:a16="http://schemas.microsoft.com/office/drawing/2010/main" id="{7D921235-F6E2-4D10-8389-336DB8B30361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C07C6639-9DA0-4111-8157-444D37CB3CBD}">
                <a16:creationId xmlns:a16="http://schemas.microsoft.com/office/drawing/2010/main" id="{9791A7B6-5FF2-44C9-BB62-45C612AB07B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660D6331-5AF3-4A35-A290-F4C31F3C0B89}">
                <a16:creationId xmlns:a16="http://schemas.microsoft.com/office/drawing/2010/main" id="{290E8ADA-4E70-40AB-94CB-75BBEAD6434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DB9832F4-77C5-42BB-82A8-F6BB82DC277C}">
                <a16:creationId xmlns:a16="http://schemas.microsoft.com/office/drawing/2010/main" id="{6722800B-2C33-4AD8-8FB2-D099255FF4F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9993BB0B-5390-4A74-BFCC-2FE483DFA28B}">
        <p14:creationId xmlns:p14="http://schemas.microsoft.com/office/powerpoint/2010/main" val="173496201374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0FFE133-E924-4474-9ACA-BF580493AB74}">
                <a16:creationId xmlns:a16="http://schemas.microsoft.com/office/drawing/2010/main" id="{0B103724-A885-4578-A4F5-59E388E203D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6D9F823B-66BC-4B69-93E8-107D79AB85B3}">
                <a16:creationId xmlns:a16="http://schemas.microsoft.com/office/drawing/2010/main" id="{76C94A82-EE27-494A-8060-FC52296760D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5C06F42D-0D4B-4F69-BE22-080DC624FE19}">
                <a16:creationId xmlns:a16="http://schemas.microsoft.com/office/drawing/2010/main" id="{A1748BFD-198E-48E7-AF8C-BB834940F93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8633ADE1-CCCC-4BA9-AF96-7A2175A736FF}">
                <a16:creationId xmlns:a16="http://schemas.microsoft.com/office/drawing/2010/main" id="{2E8039F4-F9DF-4D55-8AF2-8C662CE8AC7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A65DBB1E-70F5-4AC1-A8B4-246B5403EC8F}">
                <a16:creationId xmlns:a16="http://schemas.microsoft.com/office/drawing/2010/main" id="{1B4C995E-D0DD-4371-84C3-898826BB9C99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A5953BB8-0066-44DF-BB81-8B8ACB66065B}">
        <p14:creationId xmlns:p14="http://schemas.microsoft.com/office/powerpoint/2010/main" val="1734962013744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54D51CE9-4DDF-4A4C-AA8B-1E71B1E1FC7B}">
                <a16:creationId xmlns:a16="http://schemas.microsoft.com/office/drawing/2010/main" id="{61F68F32-49D2-404B-8121-EE17C6FCEC0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A43EE84D-29EC-41C7-A496-5ED1B733D734}">
                <a16:creationId xmlns:a16="http://schemas.microsoft.com/office/drawing/2010/main" id="{6EBE2635-225C-4291-A759-B94D091E069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1C801865-1C9D-4FA0-AA64-9410A8285308}">
                <a16:creationId xmlns:a16="http://schemas.microsoft.com/office/drawing/2010/main" id="{10F88819-0270-497E-B2EE-548A2ED058B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7F83CCD-1146-49B3-84F2-4982787AB0F1}">
        <p14:creationId xmlns:p14="http://schemas.microsoft.com/office/powerpoint/2010/main" val="1734962013745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D3B98A6-BD90-43AF-AA3B-590AA2993DB3}">
                <a16:creationId xmlns:a16="http://schemas.microsoft.com/office/drawing/2010/main" id="{DF9AA46A-6837-4B01-A676-46A32589144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7DBBD569-FE40-4C19-993D-564BD109A5DD}">
                <a16:creationId xmlns:a16="http://schemas.microsoft.com/office/drawing/2010/main" id="{427EE2A3-2521-411E-A051-A04DF8C8906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35EAFFAD-DD50-47A1-82A1-8793A32530D8}">
                <a16:creationId xmlns:a16="http://schemas.microsoft.com/office/drawing/2010/main" id="{1C3346BC-37FF-4DDC-878F-441B8D47C18B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606530FA-50BF-4D8C-8549-00579CED57FC}">
                <a16:creationId xmlns:a16="http://schemas.microsoft.com/office/drawing/2010/main" id="{DD747BF6-787F-4C02-B9AD-24447D8B153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C5DB9B3F-7388-4EE7-920A-98123D09F620}">
                <a16:creationId xmlns:a16="http://schemas.microsoft.com/office/drawing/2010/main" id="{89488A4D-00BC-4C3D-AA81-309C70A3B53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C1512A37-044D-43BF-B14D-5DC4312AE259}">
                <a16:creationId xmlns:a16="http://schemas.microsoft.com/office/drawing/2010/main" id="{C956C15E-2941-42DC-A1E2-B6CD6F860A6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CB6868F3-EE30-4A48-BBC8-A1DE3CF58C29}">
        <p14:creationId xmlns:p14="http://schemas.microsoft.com/office/powerpoint/2010/main" val="173496201374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99325DDD-7D64-4F2B-BEAE-2CF341836842}">
                <a16:creationId xmlns:a16="http://schemas.microsoft.com/office/drawing/2010/main" id="{46FC6546-A171-4EDB-99D2-3E3385A7AABD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B317CEB8-6647-4A05-85E9-B688799D564D}">
                <a16:creationId xmlns:a16="http://schemas.microsoft.com/office/drawing/2010/main" id="{ADF39B90-7F3B-44BD-A29C-18FA1EB3710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63CB3511-3AC5-41C0-A342-2DE3FCD18FAE}">
                <a16:creationId xmlns:a16="http://schemas.microsoft.com/office/drawing/2010/main" id="{359B1B3C-2C32-4839-9743-CD6112D3653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1951626D-9295-4E05-B0F1-5E79C008BB01}">
                <a16:creationId xmlns:a16="http://schemas.microsoft.com/office/drawing/2010/main" id="{79C16A0F-D748-473D-93AC-95E62C4A8780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70484C48-6F1F-4990-8C17-5F94F2D06901}">
                <a16:creationId xmlns:a16="http://schemas.microsoft.com/office/drawing/2010/main" id="{5E327ECC-06E6-496F-9A49-AF9A33BD09A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207AFA10-46F2-4C05-AD8C-D81D27BD8BCE}">
                <a16:creationId xmlns:a16="http://schemas.microsoft.com/office/drawing/2010/main" id="{E209AA43-FC31-4E7C-98D4-6569DC3F4C4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225ED8FF-40CE-48F5-8B9A-7D34716EA4F9}">
                <a16:creationId xmlns:a16="http://schemas.microsoft.com/office/drawing/2010/main" id="{79C7E280-76F5-4435-8E8E-EF2C57901A7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D0CFEBB4-4824-442B-A572-9DB3590D8AB6}">
        <p14:creationId xmlns:p14="http://schemas.microsoft.com/office/powerpoint/2010/main" val="173496201374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20E3CA5-11F0-4B47-8E77-BCE6EEE2CE1E}">
                <a16:creationId xmlns:a16="http://schemas.microsoft.com/office/drawing/2010/main" id="{3700E258-145F-4ACA-BFDE-6938A4DA7BA3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F1DA2789-FCBC-4915-AA49-C36CC72EC863}">
                <a16:creationId xmlns:a16="http://schemas.microsoft.com/office/drawing/2010/main" id="{660ADC16-EE2C-4FF1-8F1F-F4F3B2818C20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8431D38F-A64C-45B2-BD88-2913493452BF}">
                <a16:creationId xmlns:a16="http://schemas.microsoft.com/office/drawing/2010/main" id="{A8A94F88-5D6F-411A-A05C-04C7C1A0686F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E31F30AB-74DF-4A83-8F7A-D4EDE9E2E66A}">
                <a16:creationId xmlns:a16="http://schemas.microsoft.com/office/drawing/2010/main" id="{5EF1676F-0DC7-4C75-8D57-DBA49CF7875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1AEC62F8-24D5-442D-8293-D02063952A76}">
                <a16:creationId xmlns:a16="http://schemas.microsoft.com/office/drawing/2010/main" id="{3BE67449-F21F-42B9-97A5-09507EB03ECE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57711F10-DF98-4E37-A3BC-D38FACC3B828}">
                <a16:creationId xmlns:a16="http://schemas.microsoft.com/office/drawing/2010/main" id="{FA9084AB-F93B-45B5-9FAA-C5F8D5209F74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806105E6-CC7B-485C-86C6-A6DD33F11CF4}">
                <a16:creationId xmlns:a16="http://schemas.microsoft.com/office/drawing/2010/main" id="{DA68B3EF-A225-419D-A78E-758C1B88D72D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DFC19FEC-759F-4801-92CC-355544E401B4}">
                <a16:creationId xmlns:a16="http://schemas.microsoft.com/office/drawing/2010/main" id="{9632DB0C-EC5E-48BA-886A-A41717906988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0CEF4AD2-A25E-4C7E-AF8C-9A4B62D4DD9F}">
                <a16:creationId xmlns:a16="http://schemas.microsoft.com/office/drawing/2010/main" id="{145876A6-130B-4584-81A0-4731212E776E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B9B472C5-F648-416F-AF9E-8C25C6EECFE6}">
                <a16:creationId xmlns:a16="http://schemas.microsoft.com/office/drawing/2010/main" id="{493F4705-E677-4984-A4CF-9F08541C9FAF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68925414-2AC1-4F8B-B425-834B98F41C0D}">
                <a16:creationId xmlns:a16="http://schemas.microsoft.com/office/drawing/2010/main" id="{0734C829-88F9-454F-8215-94463F20FC1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F58E049A-AC12-463C-879E-A994D312A24D}">
                <a16:creationId xmlns:a16="http://schemas.microsoft.com/office/drawing/2010/main" id="{44FC1C4B-1F8C-4789-84FD-C30690C6B40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FD084C9E-A301-45F3-9927-A5D14403CB40}">
                <a16:creationId xmlns:a16="http://schemas.microsoft.com/office/drawing/2010/main" id="{13BBB2B9-E754-456A-9386-A5C53406D69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9ECD50F2-026D-4596-8250-554D76E2B364}">
        <p14:creationId xmlns:p14="http://schemas.microsoft.com/office/powerpoint/2010/main" val="173496201374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9C9D844-A50B-4F50-824D-15567DE56CF2}">
                <a16:creationId xmlns:a16="http://schemas.microsoft.com/office/drawing/2010/main" id="{0B59B315-E4E2-437C-95F4-8C2057CAF3D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C8DD2D86-EEA1-4FAA-A999-5BB74D4B2727}">
                <a16:creationId xmlns:a16="http://schemas.microsoft.com/office/drawing/2010/main" id="{2CBDCC41-D463-4423-A7CC-BF5C233A1064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0902A019-BBB4-4E6F-9CC7-924DB5BD25D0}">
                <a16:creationId xmlns:a16="http://schemas.microsoft.com/office/drawing/2010/main" id="{3C6B43B7-5E46-4C21-A7EE-8E0A92FA6C38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5329C864-6A26-41BE-8185-F7ED0DC5E727}">
                <a16:creationId xmlns:a16="http://schemas.microsoft.com/office/drawing/2010/main" id="{32E8681C-2764-4B97-97BD-A390494BB451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92052BFD-D9C9-4480-9217-228742E0252F}">
                <a16:creationId xmlns:a16="http://schemas.microsoft.com/office/drawing/2010/main" id="{F96AF552-55CE-4A23-851B-7AC106D85661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A25F642B-FAC0-467E-A5A9-8D12D86D619E}">
                <a16:creationId xmlns:a16="http://schemas.microsoft.com/office/drawing/2010/main" id="{E0DDC9DA-91C7-4423-B835-F565E481E7D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BF82DBD6-C98D-4A0B-8DD7-CE58D3E95E9E}">
                <a16:creationId xmlns:a16="http://schemas.microsoft.com/office/drawing/2010/main" id="{10B62D30-D4F1-4E0E-A024-A44715C3095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52C47EA4-E4D3-45FE-A325-AE8DC524CFFC}">
                <a16:creationId xmlns:a16="http://schemas.microsoft.com/office/drawing/2010/main" id="{91AA31B7-22A7-48DA-A01F-B69E30F0A61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D7D14B0E-936D-4BB2-AF93-676CD334CD1F}">
        <p14:creationId xmlns:p14="http://schemas.microsoft.com/office/powerpoint/2010/main" val="1734962013749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87171C17-6235-49BB-83EB-7904B0F695C6}">
                <a16:creationId xmlns:a16="http://schemas.microsoft.com/office/drawing/2010/main" id="{B59EE463-9969-4564-ADD2-9951E0F1A009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112AD67C-3AE5-4D27-B6B5-8DA574A1AB0F}">
                <a16:creationId xmlns:a16="http://schemas.microsoft.com/office/drawing/2010/main" id="{8AC8C5A6-85A5-4D98-A870-CF9F371A61F7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4D31FCD0-DECD-418A-8829-217CA37BF9D5}">
                <a16:creationId xmlns:a16="http://schemas.microsoft.com/office/drawing/2010/main" id="{631D7055-CD21-4073-96E2-7E49992ADF55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57CD6D9F-56CB-4DA8-8181-0B7D84097B90}">
                <a16:creationId xmlns:a16="http://schemas.microsoft.com/office/drawing/2010/main" id="{941BD793-7FD7-48D4-8CF3-A476449E5FDB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EEF569E7-BEBF-4076-AAB4-CA6EE6C0454F}">
                <a16:creationId xmlns:a16="http://schemas.microsoft.com/office/drawing/2010/main" id="{B1868FCC-BC7C-4DA2-80A4-01E6F3D2A0CE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5D34B2FA-E192-46CA-BE14-80D4698C1ED5}">
                <a16:creationId xmlns:a16="http://schemas.microsoft.com/office/drawing/2010/main" id="{8B7A6A90-FBC2-46A3-A6B2-7D0B7E6AB975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FC29F3E8-0964-474C-B557-332141CAB9F5}">
                <a16:creationId xmlns:a16="http://schemas.microsoft.com/office/drawing/2010/main" id="{D36701E1-DBE6-41F7-B386-D810630CF510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43138FD8-F2E2-44A1-A2E5-E5EA5A0044F6}">
                <a16:creationId xmlns:a16="http://schemas.microsoft.com/office/drawing/2010/main" id="{184E2F43-8FF0-40C4-BB8A-37D671A895D3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F20DF8CC-41DD-48B0-8BA5-68DF1E86F05A}">
                <a16:creationId xmlns:a16="http://schemas.microsoft.com/office/drawing/2010/main" id="{ED62D8FF-3951-4F75-BE5B-98CE26BFF671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928014D4-D6EE-4E69-AD3C-C6FEA77BB1FC}">
                <a16:creationId xmlns:a16="http://schemas.microsoft.com/office/drawing/2010/main" id="{C0ED099D-5FB1-4F59-9B1D-417CB49A9F1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2F1C152D-EE6A-4CA5-8504-3B4DD252EB39}">
                <a16:creationId xmlns:a16="http://schemas.microsoft.com/office/drawing/2010/main" id="{9B5BA354-8CA4-4E98-B197-B68E8C9C762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AF866A37-BA6A-4592-9A3D-69222AA334E7}">
                <a16:creationId xmlns:a16="http://schemas.microsoft.com/office/drawing/2010/main" id="{A2FD7ADE-D417-4EBB-A144-1CA12D010188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73948461-99FD-4CB4-8F16-B8353C4EB08A}">
                <a16:creationId xmlns:a16="http://schemas.microsoft.com/office/drawing/2010/main" id="{E6E142C2-016C-4A3F-AF6D-3C9529CAC3B0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5DA91164-73AE-4F18-BC03-44A96E11053E}">
                <a16:creationId xmlns:a16="http://schemas.microsoft.com/office/drawing/2010/main" id="{D9B8B73F-2D2B-47E2-A420-4E27339D0CB9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products/desktop-central/" TargetMode="External" Type="http://schemas.openxmlformats.org/officeDocument/2006/relationships/hyperlink"/><Relationship Id="rId3" Target="https://www.manageengine.com/products/desktop-central/cloud/" TargetMode="External" Type="http://schemas.openxmlformats.org/officeDocument/2006/relationships/hyperlink"/><Relationship Id="rId4" Target="https://www.manageengine.com/desktop-management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https://www.manageengine.com/mobile-device-management/" TargetMode="External" Type="http://schemas.openxmlformats.org/officeDocument/2006/relationships/hyperlink"/><Relationship Id="rId3" Target="https://www.manageengine.com/mobile-device-management/" TargetMode="External" Type="http://schemas.openxmlformats.org/officeDocument/2006/relationships/hyperlink"/><Relationship Id="rId4" Target="https://www.manageengine.com/mobile-device-management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https://www.manageengine.com/patch-management/" TargetMode="External" Type="http://schemas.openxmlformats.org/officeDocument/2006/relationships/hyperlink"/><Relationship Id="rId3" Target="https://www.manageengine.com/patch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https://www.manageengine.com/sccm-third-party-patch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https://www.manageengine.com/products/os-deploy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https://www.manageengine.com/remote-desktop-management/" TargetMode="External" Type="http://schemas.openxmlformats.org/officeDocument/2006/relationships/hyperlink"/><Relationship Id="rId3" Target="https://www.manageengine.com/remote-desktop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2" Target="https://www.manageengine.com/remote-monitoring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2" Target="https://www.manageengine.com/vulnerability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2" Target="https://www.manageengine.com/device-control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2" Target="https://www.manageengine.com/application-control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2" Target="https://www.manageengine.com/browser-security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2" Target="https://www.manageengine.com/endpoint-dl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4335E2DC-3B43-4A42-B8E5-FD464B7F19A8}">
                <a16:creationId xmlns:a16="http://schemas.microsoft.com/office/drawing/2010/main" id="{DB85931A-A07C-40F7-B4E7-842F0B04CF8B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A4D3DD43-311E-4C81-8790-FE37C43B68D7}">
                <a16:creationId xmlns:a16="http://schemas.microsoft.com/office/drawing/2010/main" id="{34BFD502-9803-44E3-8CA5-DE44CDA3C66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37768" y="1954796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Unified endpoint management and security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B1DE57EB-7089-47B0-89B3-5EC63BF0290D}">
                <a16:creationId xmlns:a16="http://schemas.microsoft.com/office/drawing/2010/main" id="{67AFC691-C12A-449D-910E-28A530C2672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47B1831B-B2F6-4990-9367-5E630F5D0B23}">
        <p14:creationId xmlns:p14="http://schemas.microsoft.com/office/powerpoint/2010/main" val="1734962013752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0C2D5EA-00CD-45F4-9054-F2BE0B1EC7E5}">
                <a16:creationId xmlns:a16="http://schemas.microsoft.com/office/drawing/2010/main" id="{2F8801F9-C342-423C-909E-4C48A927931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42950" y="1786337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chemeClr val="accent2"/>
                </a:solidFill>
                <a:latin typeface="Zoho Puvi-heavy"/>
              </a:rPr>
              <a:t>Unified endpoint </a:t>
            </a:r>
            <a:br>
              <a:rPr b="1" dirty="0" lang="en-US" sz="2400">
                <a:solidFill>
                  <a:schemeClr val="accent2"/>
                </a:solidFill>
                <a:latin typeface="Zoho Puvi-heavy"/>
              </a:rPr>
            </a:br>
            <a:r>
              <a:rPr b="1" dirty="0" lang="en-US" sz="2400">
                <a:solidFill>
                  <a:schemeClr val="accent2"/>
                </a:solidFill>
                <a:latin typeface="Zoho Puvi-heavy"/>
              </a:rPr>
              <a:t>management and </a:t>
            </a:r>
            <a:br>
              <a:rPr b="1" dirty="0" lang="en-US" sz="2400">
                <a:solidFill>
                  <a:schemeClr val="accent2"/>
                </a:solidFill>
                <a:latin typeface="Zoho Puvi-heavy"/>
              </a:rPr>
            </a:br>
            <a:r>
              <a:rPr b="1" dirty="0" lang="en-US" sz="2400">
                <a:solidFill>
                  <a:schemeClr val="accent2"/>
                </a:solidFill>
                <a:latin typeface="Zoho Puvi-heavy"/>
              </a:rPr>
              <a:t>security</a:t>
            </a:r>
            <a:endParaRPr b="1" dirty="0" lang="en-US" sz="2400">
              <a:solidFill>
                <a:schemeClr val="accent2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6D4F822F-0640-4953-B828-EE6C245C742C}">
                <a16:creationId xmlns:a16="http://schemas.microsoft.com/office/drawing/2010/main" id="{02A8B01A-F310-4E13-8423-F056B130E3E3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540329" y="993686"/>
            <a:ext cx="3900839" cy="2515714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indent="0" marL="0">
              <a:buNone/>
            </a:pP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Endpoint management and protection platform</a:t>
            </a:r>
            <a:br>
              <a:rPr b="0" baseline="0" cap="none" dirty="0" i="0" lang="en-US" strike="noStrike" sz="1400" u="none">
                <a:solidFill>
                  <a:schemeClr val="bg1"/>
                </a:solidFill>
                <a:latin typeface="Zoho Puvi"/>
              </a:rPr>
            </a:br>
            <a:r>
              <a:rPr b="0" baseline="0" cap="none" dirty="0" i="0" lang="en-US" strike="noStrike" sz="1400" u="none">
                <a:solidFill>
                  <a:schemeClr val="bg1"/>
                </a:solidFill>
                <a:latin typeface="Zoho Puvi"/>
              </a:rPr>
              <a:t>Secure and manage endpoints to protect your IT assets effectively</a:t>
            </a:r>
          </a:p>
          <a:p>
            <a:pPr indent="0" marL="0">
              <a:buNone/>
            </a:pP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Endpoint management</a:t>
            </a:r>
            <a:br>
              <a:rPr b="1" dirty="0" lang="en-US" sz="1400" u="none">
                <a:solidFill>
                  <a:srgbClr val="00b0f0"/>
                </a:solidFill>
                <a:latin typeface="Zoho Puvi-heavy"/>
              </a:rPr>
            </a:br>
            <a:r>
              <a:rPr b="0" dirty="0" lang="en-US" sz="1400">
                <a:solidFill>
                  <a:schemeClr val="bg1"/>
                </a:solidFill>
                <a:latin typeface="Zoho Puvi"/>
              </a:rPr>
              <a:t>Achieve intelligent IT device management with zero user intervention</a:t>
            </a:r>
          </a:p>
          <a:p>
            <a:pPr indent="0" marL="0">
              <a:buNone/>
            </a:pPr>
            <a:br>
              <a:rPr b="0" dirty="0" lang="en-US" sz="1400">
                <a:solidFill>
                  <a:schemeClr val="bg1"/>
                </a:solidFill>
                <a:latin typeface="Zoho Puvi"/>
              </a:rPr>
            </a:b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End</a:t>
            </a: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p</a:t>
            </a: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o</a:t>
            </a: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int securit</a:t>
            </a:r>
            <a:r>
              <a:rPr b="1" dirty="0" lang="en-US" sz="1400" u="none">
                <a:solidFill>
                  <a:srgbClr val="00b0f0"/>
                </a:solidFill>
                <a:latin typeface="Zoho Puvi-heavy"/>
              </a:rPr>
              <a:t>y</a:t>
            </a:r>
            <a:br>
              <a:rPr b="1" dirty="0" lang="en-US" sz="1400" u="none">
                <a:solidFill>
                  <a:schemeClr val="bg1"/>
                </a:solidFill>
                <a:latin typeface="Zoho Puvi-heavy"/>
              </a:rPr>
            </a:br>
            <a:r>
              <a:rPr b="0" dirty="0" lang="en-US" sz="1400">
                <a:solidFill>
                  <a:schemeClr val="bg1"/>
                </a:solidFill>
                <a:latin typeface="Zoho Puvi"/>
              </a:rPr>
              <a:t>Defend against threat actors with proactive and reactive measures</a:t>
            </a:r>
            <a:endParaRPr b="0" dirty="0" lang="en-US" sz="1400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4" name="">
            <a:extLst>
              <a:ext uri="{AD4F7461-E451-4595-A6A0-8F10BCEAE93F}">
                <a16:creationId xmlns:a16="http://schemas.microsoft.com/office/drawing/2010/main" id="{D484F267-501D-4A45-9862-4BF4CA994A45}"/>
              </a:ext>
            </a:extLst>
          </p:cNvPr>
          <p:cNvSpPr txBox="1"/>
          <p:nvPr/>
        </p:nvSpPr>
        <p:spPr>
          <a:xfrm flipH="false" flipV="false" rot="0">
            <a:off x="755589" y="2603725"/>
            <a:ext cx="3321482" cy="735158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Manage and secure </a:t>
            </a: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desktops, </a:t>
            </a:r>
            <a:br>
              <a:rPr b="0" dirty="0" i="0" lang="en-US" sz="1400">
                <a:solidFill>
                  <a:schemeClr val="bg2"/>
                </a:solidFill>
                <a:latin typeface="Zoho Puvi"/>
              </a:rPr>
            </a:b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servers, laptops</a:t>
            </a: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,</a:t>
            </a: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 mobile devices</a:t>
            </a: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,</a:t>
            </a: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 </a:t>
            </a:r>
            <a:br>
              <a:rPr b="0" dirty="0" i="0" lang="en-US" sz="1400">
                <a:solidFill>
                  <a:schemeClr val="bg2"/>
                </a:solidFill>
                <a:latin typeface="Zoho Puvi"/>
              </a:rPr>
            </a:br>
            <a:r>
              <a:rPr b="0" dirty="0" i="0" lang="en-US" sz="1400">
                <a:solidFill>
                  <a:schemeClr val="bg2"/>
                </a:solidFill>
                <a:latin typeface="Zoho Puvi"/>
              </a:rPr>
              <a:t>and web browsers</a:t>
            </a:r>
            <a:endParaRPr b="0" dirty="0" i="0" lang="en-US" sz="1400">
              <a:solidFill>
                <a:schemeClr val="bg2"/>
              </a:solidFill>
              <a:latin typeface="Zoho Puvi"/>
            </a:endParaRPr>
          </a:p>
        </p:txBody>
      </p:sp>
    </p:spTree>
    <p:extLst>
      <p:ext uri="{675CC586-EDFF-47B8-8D9C-41761918E8E1}">
        <p14:creationId xmlns:p14="http://schemas.microsoft.com/office/powerpoint/2010/main" val="1734962013753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1629821-E0F2-4CBF-8E68-6D853D611035}">
                <a16:creationId xmlns:a16="http://schemas.microsoft.com/office/drawing/2010/main" id="{3E407ED8-7E0D-407D-A4E2-8038655002A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52525" y="2219325"/>
            <a:ext cx="248812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Endpoint management and protection platform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1600" u="none">
                <a:solidFill>
                  <a:schemeClr val="tx1"/>
                </a:solidFill>
                <a:latin typeface="Zoho Puvi-heavy"/>
              </a:rPr>
              <a:t>(</a:t>
            </a:r>
            <a:r>
              <a:rPr b="1" dirty="0" err="1" lang="en-US" sz="1600" u="none">
                <a:solidFill>
                  <a:schemeClr val="tx1"/>
                </a:solidFill>
                <a:latin typeface="Zoho Puvi-heavy"/>
              </a:rPr>
              <a:t>UEM</a:t>
            </a:r>
            <a:r>
              <a:rPr b="1" dirty="0" lang="en-US" sz="1600" u="none">
                <a:solidFill>
                  <a:schemeClr val="tx1"/>
                </a:solidFill>
                <a:latin typeface="Zoho Puvi-heavy"/>
              </a:rPr>
              <a:t> &amp; </a:t>
            </a:r>
            <a:r>
              <a:rPr b="1" dirty="0" err="1" lang="en-US" sz="1600" u="none">
                <a:solidFill>
                  <a:schemeClr val="tx1"/>
                </a:solidFill>
                <a:latin typeface="Zoho Puvi-heavy"/>
              </a:rPr>
              <a:t>EPP</a:t>
            </a:r>
            <a:r>
              <a:rPr b="1" dirty="0" lang="en-US" sz="1600" u="none">
                <a:solidFill>
                  <a:schemeClr val="tx1"/>
                </a:solidFill>
                <a:latin typeface="Zoho Puvi-heavy"/>
              </a:rPr>
              <a:t>)</a:t>
            </a:r>
            <a:endParaRPr b="1" dirty="0" lang="en-US" sz="16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2469E28A-B2D8-4DDE-8F30-9DCA56E98372}">
                <a16:creationId xmlns:a16="http://schemas.microsoft.com/office/drawing/2010/main" id="{29D332B8-277D-4C52-8EAB-1CFBF8CB5683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53318" y="1884092"/>
            <a:ext cx="4049296" cy="1070514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Endpoint Central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U</a:t>
            </a:r>
            <a:r>
              <a:rPr b="0" dirty="0" i="0" lang="en-US" sz="1400">
                <a:latin typeface="Zoho Puvi"/>
              </a:rPr>
              <a:t>nified</a:t>
            </a:r>
            <a:r>
              <a:rPr b="0" dirty="0" i="0" lang="en-US" sz="1400">
                <a:latin typeface="Zoho Puvi"/>
              </a:rPr>
              <a:t> endpoint management and security</a:t>
            </a:r>
            <a:endParaRPr b="0" dirty="0" i="0" lang="en-US" sz="1400">
              <a:latin typeface="Zoho Puvi"/>
            </a:endParaRPr>
          </a:p>
        </p:txBody>
      </p:sp>
    </p:spTree>
    <p:extLst>
      <p:ext uri="{233085C4-F3B5-47D9-A1F1-190473377AAE}">
        <p14:creationId xmlns:p14="http://schemas.microsoft.com/office/powerpoint/2010/main" val="1734962013754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511CACF-5A2C-499A-AB41-83958B6B5AB9}">
                <a16:creationId xmlns:a16="http://schemas.microsoft.com/office/drawing/2010/main" id="{F9ED61D2-6437-4824-B3AB-208E6DE2DC3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Endpoint Central</a:t>
            </a:r>
          </a:p>
          <a:p>
            <a:pPr/>
            <a:r>
              <a:rPr b="1" dirty="0" lang="en-US" sz="1400">
                <a:latin typeface="Zoho Puvi"/>
              </a:rPr>
              <a:t>U</a:t>
            </a:r>
            <a:r>
              <a:rPr b="1" dirty="0" lang="en-US" sz="1400">
                <a:latin typeface="Zoho Puvi"/>
              </a:rPr>
              <a:t>nified endpoint management and security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|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4"/>
              </a:rPr>
              <a:t>MSP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6808ED89-1232-401B-AC29-F4D7A350EB69}">
                <a16:creationId xmlns:a16="http://schemas.microsoft.com/office/drawing/2010/main" id="{911D4246-1911-43C0-B32D-B2587E3BDE92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Patch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Software deployment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M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obile device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m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OS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i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maging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and d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eployment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ITAM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Remote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c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ontrol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Modern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m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anagement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B46C65B5-F33E-4D40-B1A7-C5C7B0BE805C}">
        <p14:creationId xmlns:p14="http://schemas.microsoft.com/office/powerpoint/2010/main" val="173496201375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8CD49E65-97A3-4FDC-8F55-DAA8DDDBC295}">
                <a16:creationId xmlns:a16="http://schemas.microsoft.com/office/drawing/2010/main" id="{2354A5CB-EFF3-4109-ADD2-C086A23FA4F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52525" y="1990725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Endpoint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237B9A40-2806-436B-8FD2-1D4BABBBEDAE}">
                <a16:creationId xmlns:a16="http://schemas.microsoft.com/office/drawing/2010/main" id="{D47A7138-F8CA-483E-AAFA-E90EC99BACCB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53318" y="615705"/>
            <a:ext cx="4049296" cy="3048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Endpoint Central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U</a:t>
            </a:r>
            <a:r>
              <a:rPr b="0" dirty="0" i="0" lang="en-US" sz="1400">
                <a:latin typeface="Zoho Puvi"/>
              </a:rPr>
              <a:t>nified</a:t>
            </a:r>
            <a:r>
              <a:rPr b="0" dirty="0" i="0" lang="en-US" sz="1400">
                <a:latin typeface="Zoho Puvi"/>
              </a:rPr>
              <a:t> endpoint management and security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Mobile Device Manager Plus: </a:t>
            </a:r>
            <a:r>
              <a:rPr b="0" dirty="0" i="0" lang="en-US" sz="1400">
                <a:latin typeface="Zoho Puvi"/>
              </a:rPr>
              <a:t>Comprehensive mobile device management 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Patch Manager Plus: </a:t>
            </a:r>
            <a:r>
              <a:rPr b="0" dirty="0" i="0" lang="en-US" sz="1400">
                <a:latin typeface="Zoho Puvi"/>
              </a:rPr>
              <a:t>Automated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multi-OS patch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Patch Connect Plus: </a:t>
            </a:r>
            <a:r>
              <a:rPr b="0" dirty="0" i="0" lang="en-US" sz="1400">
                <a:latin typeface="Zoho Puvi"/>
              </a:rPr>
              <a:t>Automatic patching of third-party software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OS </a:t>
            </a:r>
            <a:r>
              <a:rPr b="1" dirty="0" i="0" lang="en-US" sz="1400">
                <a:latin typeface="Zoho Puvi"/>
              </a:rPr>
              <a:t>Deployer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OS imaging and deployment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Remote Access Plus: </a:t>
            </a:r>
            <a:r>
              <a:rPr b="0" dirty="0" i="0" lang="en-US" sz="1400">
                <a:latin typeface="Zoho Puvi"/>
              </a:rPr>
              <a:t>Enterprise remote access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RMM</a:t>
            </a:r>
            <a:r>
              <a:rPr b="1" dirty="0" i="0" lang="en-US" sz="1400">
                <a:latin typeface="Zoho Puvi"/>
              </a:rPr>
              <a:t> Central: </a:t>
            </a:r>
            <a:r>
              <a:rPr b="0" dirty="0" i="0" lang="en-US" sz="1400">
                <a:latin typeface="Zoho Puvi"/>
              </a:rPr>
              <a:t>Uni</a:t>
            </a:r>
            <a:r>
              <a:rPr b="0" dirty="0" i="0" lang="en-US" sz="1400">
                <a:latin typeface="Zoho Puvi"/>
              </a:rPr>
              <a:t>f</a:t>
            </a:r>
            <a:r>
              <a:rPr b="0" dirty="0" i="0" lang="en-US" sz="1400">
                <a:latin typeface="Zoho Puvi"/>
              </a:rPr>
              <a:t>ied </a:t>
            </a:r>
            <a:r>
              <a:rPr b="0" dirty="0" i="0" lang="en-US" sz="1400">
                <a:latin typeface="Zoho Puvi"/>
              </a:rPr>
              <a:t>network monitoring </a:t>
            </a:r>
            <a:r>
              <a:rPr b="0" dirty="0" i="0" lang="en-US" sz="1400">
                <a:latin typeface="Zoho Puvi"/>
              </a:rPr>
              <a:t>and</a:t>
            </a:r>
            <a:r>
              <a:rPr b="0" dirty="0" i="0" lang="en-US" sz="1400">
                <a:latin typeface="Zoho Puvi"/>
              </a:rPr>
              <a:t> endpoint</a:t>
            </a:r>
            <a:r>
              <a:rPr b="0" dirty="0" i="0" lang="en-US" sz="1400">
                <a:latin typeface="Zoho Puvi"/>
              </a:rPr>
              <a:t> </a:t>
            </a:r>
            <a:r>
              <a:rPr b="0" dirty="0" i="0" lang="en-US" sz="1400">
                <a:latin typeface="Zoho Puvi"/>
              </a:rPr>
              <a:t>m</a:t>
            </a:r>
            <a:r>
              <a:rPr b="0" dirty="0" i="0" lang="en-US" sz="1400">
                <a:latin typeface="Zoho Puvi"/>
              </a:rPr>
              <a:t>anagemen</a:t>
            </a:r>
            <a:r>
              <a:rPr b="0" dirty="0" i="0" lang="en-US" sz="1400">
                <a:latin typeface="Zoho Puvi"/>
              </a:rPr>
              <a:t>t</a:t>
            </a:r>
            <a:r>
              <a:rPr b="0" dirty="0" i="0" lang="en-US" sz="1400">
                <a:latin typeface="Zoho Puvi"/>
              </a:rPr>
              <a:t> for </a:t>
            </a:r>
            <a:r>
              <a:rPr b="0" dirty="0" i="0" lang="en-US" sz="1400">
                <a:latin typeface="Zoho Puvi"/>
              </a:rPr>
              <a:t>MSP</a:t>
            </a:r>
            <a:r>
              <a:rPr b="0" dirty="0" i="0" lang="en-US" sz="1400">
                <a:latin typeface="Zoho Puvi"/>
              </a:rPr>
              <a:t>s</a:t>
            </a:r>
            <a:endParaRPr b="0" dirty="0" i="0" lang="en-US" sz="1400">
              <a:latin typeface="Zoho Puvi"/>
            </a:endParaRPr>
          </a:p>
        </p:txBody>
      </p:sp>
    </p:spTree>
    <p:extLst>
      <p:ext uri="{6C5B7108-0F2C-40E8-908C-4220DF689641}">
        <p14:creationId xmlns:p14="http://schemas.microsoft.com/office/powerpoint/2010/main" val="1734962013756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C4CEFE3-7235-4899-98AF-73CCD118C4DE}">
                <a16:creationId xmlns:a16="http://schemas.microsoft.com/office/drawing/2010/main" id="{D0334AB3-6392-479A-80FE-9A3F9FE4A09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Mobile Device Manager Plus</a:t>
            </a:r>
          </a:p>
          <a:p>
            <a:pPr/>
            <a:r>
              <a:rPr b="1" dirty="0" lang="en-US" sz="1400">
                <a:latin typeface="Zoho Puvi"/>
              </a:rPr>
              <a:t>Comprehensive </a:t>
            </a:r>
            <a:r>
              <a:rPr b="1" dirty="0" lang="en-US" sz="1400">
                <a:latin typeface="Zoho Puvi"/>
              </a:rPr>
              <a:t>m</a:t>
            </a:r>
            <a:r>
              <a:rPr b="1" dirty="0" lang="en-US" sz="1400">
                <a:latin typeface="Zoho Puvi"/>
              </a:rPr>
              <a:t>obile device management 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4"/>
              </a:rPr>
              <a:t>MSP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E5B2084C-AC41-4BC7-8C96-CABBDDBD0C5E}">
                <a16:creationId xmlns:a16="http://schemas.microsoft.com/office/drawing/2010/main" id="{21469204-FB9F-4E65-B23C-355E546A562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Automated device onboarding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Seamless app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Secure content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Comprehensive email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Containerization for </a:t>
            </a:r>
            <a:r>
              <a:rPr b="0" dirty="0" err="1" lang="en-US" sz="1400">
                <a:latin typeface="Zoho Puvi"/>
              </a:rPr>
              <a:t>BYOD</a:t>
            </a:r>
            <a:r>
              <a:rPr b="0" dirty="0" lang="en-US" sz="1400">
                <a:latin typeface="Zoho Puvi"/>
              </a:rPr>
              <a:t> endpoints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Extensive OS update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Remote</a:t>
            </a:r>
            <a:r>
              <a:rPr b="0" dirty="0" lang="en-US" sz="1400">
                <a:latin typeface="Zoho Puvi"/>
              </a:rPr>
              <a:t> troubleshoot</a:t>
            </a:r>
            <a:r>
              <a:rPr b="0" dirty="0" lang="en-US" sz="1400">
                <a:latin typeface="Zoho Puvi"/>
              </a:rPr>
              <a:t>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Real-time location tracking and </a:t>
            </a:r>
            <a:r>
              <a:rPr b="0" dirty="0" err="1" lang="en-US" sz="1400">
                <a:latin typeface="Zoho Puvi"/>
              </a:rPr>
              <a:t>geofencing</a:t>
            </a:r>
            <a:endParaRPr b="0" dirty="0" err="1" lang="en-US" sz="1400">
              <a:latin typeface="Zoho Puvi"/>
            </a:endParaRPr>
          </a:p>
        </p:txBody>
      </p:sp>
    </p:spTree>
    <p:extLst>
      <p:ext uri="{A92586AF-A13A-4013-9275-517B09D7B1EC}">
        <p14:creationId xmlns:p14="http://schemas.microsoft.com/office/powerpoint/2010/main" val="1734962013758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C36000A-D0E6-42AF-9673-90E95F3B8C37}">
                <a16:creationId xmlns:a16="http://schemas.microsoft.com/office/drawing/2010/main" id="{0BDBAE47-2503-4280-92F5-68B9C75EBEE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9347" y="719347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Patch Manager Plus</a:t>
            </a:r>
          </a:p>
          <a:p>
            <a:pPr/>
            <a:r>
              <a:rPr b="1" dirty="0" lang="en-US" sz="1400">
                <a:latin typeface="Zoho Puvi"/>
              </a:rPr>
              <a:t>Automated, multi-OS patch management</a:t>
            </a:r>
            <a:r>
              <a:rPr b="1" dirty="0" lang="en-US" sz="1400">
                <a:latin typeface="Zoho Puvi"/>
              </a:rPr>
              <a:t> 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r>
              <a:rPr b="1" dirty="0" lang="en-US" sz="1400">
                <a:latin typeface="Zoho Puvi"/>
              </a:rPr>
              <a:t> </a:t>
            </a:r>
            <a:endParaRPr b="1" dirty="0" lang="en-US" sz="1400">
              <a:latin typeface="Zoho Puvi"/>
            </a:endParaRPr>
          </a:p>
        </p:txBody>
      </p:sp>
      <p:sp>
        <p:nvSpPr>
          <p:cNvPr id="3" name="Content Placeholder 2">
            <a:extLst>
              <a:ext uri="{5BC388AD-6E61-4CFF-B06C-5F84996088A3}">
                <a16:creationId xmlns:a16="http://schemas.microsoft.com/office/drawing/2010/main" id="{2DEB4AC5-12B4-4C7B-815A-7D7518A98DD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Automated patch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Customized deployment policies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Third-party application patching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Cross-platform support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Patch compliance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checks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Dynamic monitoring and reporting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D86823B2-D7FA-4C5E-B1EA-63AE628074A1}">
        <p14:creationId xmlns:p14="http://schemas.microsoft.com/office/powerpoint/2010/main" val="1734962013759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06D44CA-8B88-41A4-843D-126CDFAC28D9}">
                <a16:creationId xmlns:a16="http://schemas.microsoft.com/office/drawing/2010/main" id="{C9EE4FB0-452A-46EF-898D-C37190A4B68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Patch Connect Plus</a:t>
            </a:r>
          </a:p>
          <a:p>
            <a:pPr/>
            <a:r>
              <a:rPr b="1" dirty="0" i="0" lang="en-US" sz="1400">
                <a:latin typeface="Zoho Puvi"/>
              </a:rPr>
              <a:t>Automatic patching of third-party software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EF57BFB1-C1F1-4F90-9899-BDCDB5140A9E}">
                <a16:creationId xmlns:a16="http://schemas.microsoft.com/office/drawing/2010/main" id="{1E7D734C-BEE5-47A0-92E3-173AE8D2FFF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Automated third-party patching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‌Native plug-in for </a:t>
            </a:r>
            <a:r>
              <a:rPr b="0" dirty="0" err="1" lang="en-US" sz="1400">
                <a:latin typeface="Zoho Puvi"/>
              </a:rPr>
              <a:t>SCCM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Third-party application deployment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Customized deployment with pre- and post-deployment scripts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Automatic detection and publishing of third-party patches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Extensive third-party software catalogs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Deployment reports </a:t>
            </a:r>
            <a:endParaRPr b="0" dirty="0" lang="en-US" sz="1400">
              <a:latin typeface="Zoho Puvi"/>
            </a:endParaRPr>
          </a:p>
        </p:txBody>
      </p:sp>
    </p:spTree>
    <p:extLst>
      <p:ext uri="{1E415F3E-6877-479F-97DF-D59429A980CC}">
        <p14:creationId xmlns:p14="http://schemas.microsoft.com/office/powerpoint/2010/main" val="1734962013760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ACCC2F0-5304-49F1-A3E3-4478A983DF7A}">
                <a16:creationId xmlns:a16="http://schemas.microsoft.com/office/drawing/2010/main" id="{0420102D-753B-4314-8D5A-406D9A8D136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29567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OS </a:t>
            </a:r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Deployer</a:t>
            </a:r>
          </a:p>
          <a:p>
            <a:pPr/>
            <a:r>
              <a:rPr b="1" dirty="0" lang="en-US" sz="1400">
                <a:latin typeface="Zoho Puvi"/>
              </a:rPr>
              <a:t>OS imaging and deployment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B1016A8F-78B0-4EE3-B876-3BA75611A452}">
                <a16:creationId xmlns:a16="http://schemas.microsoft.com/office/drawing/2010/main" id="{A719F6A6-AF40-494F-A6EE-FCE97037F36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58452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Flexible imaging techniques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On-the-go OS d</a:t>
            </a:r>
            <a:r>
              <a:rPr b="0" dirty="0" lang="en-US" sz="1400">
                <a:latin typeface="Zoho Puvi"/>
              </a:rPr>
              <a:t>eploy</a:t>
            </a:r>
            <a:r>
              <a:rPr b="0" dirty="0" lang="en-US" sz="1400">
                <a:latin typeface="Zoho Puvi"/>
              </a:rPr>
              <a:t>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One </a:t>
            </a:r>
            <a:r>
              <a:rPr b="0" dirty="0" lang="en-US" sz="1400">
                <a:latin typeface="Zoho Puvi"/>
              </a:rPr>
              <a:t>golden</a:t>
            </a:r>
            <a:r>
              <a:rPr b="0" dirty="0" lang="en-US" sz="1400">
                <a:latin typeface="Zoho Puvi"/>
              </a:rPr>
              <a:t> image for all makes and models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Automated driver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User data and OS migration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Seamless application distribution</a:t>
            </a:r>
            <a:endParaRPr b="0" dirty="0" lang="en-US" sz="1400">
              <a:latin typeface="Zoho Puvi"/>
            </a:endParaRPr>
          </a:p>
        </p:txBody>
      </p:sp>
    </p:spTree>
    <p:extLst>
      <p:ext uri="{55D52083-F9D5-4EFE-B973-B497D20A7C90}">
        <p14:creationId xmlns:p14="http://schemas.microsoft.com/office/powerpoint/2010/main" val="1734962013761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0D31966-5792-40A7-B1C3-C5CDE012EE49}">
                <a16:creationId xmlns:a16="http://schemas.microsoft.com/office/drawing/2010/main" id="{91DBF441-A810-4F31-9ED8-F08AADCB82A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Remote Access Plus</a:t>
            </a:r>
          </a:p>
          <a:p>
            <a:pPr/>
            <a:r>
              <a:rPr b="1" dirty="0" i="0" lang="en-US" sz="1400">
                <a:latin typeface="Zoho Puvi"/>
              </a:rPr>
              <a:t>Enterprise remote access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 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FAB3636E-9D5A-4CD2-BEE3-800A5EFCBCCE}">
                <a16:creationId xmlns:a16="http://schemas.microsoft.com/office/drawing/2010/main" id="{3796E6D1-365D-4621-AAC7-62443475252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Advanced remote desktop sharing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Secure, g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ranular control over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remote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computers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Handy diagnostic tools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Voice, video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,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and text chats to assist remotely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Wake on LAN and remote shutdown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F4B453E1-0FA0-4AD2-A6D9-AD90EDD2498D}">
        <p14:creationId xmlns:p14="http://schemas.microsoft.com/office/powerpoint/2010/main" val="173496201376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90A09C6-A9C4-46C4-BECC-5B85FB34B348}">
                <a16:creationId xmlns:a16="http://schemas.microsoft.com/office/drawing/2010/main" id="{AADBBCD9-688D-40C9-AB2B-43FE70B4AE5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RMM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Central </a:t>
            </a:r>
          </a:p>
          <a:p>
            <a:pPr/>
            <a:r>
              <a:rPr b="1" dirty="0" lang="en-US" sz="1400">
                <a:latin typeface="Zoho Puvi"/>
              </a:rPr>
              <a:t>Unified network monitoring and endpoint management for </a:t>
            </a:r>
            <a:r>
              <a:rPr b="1" dirty="0" err="1" lang="en-US" sz="1400">
                <a:latin typeface="Zoho Puvi"/>
              </a:rPr>
              <a:t>MSPs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2"/>
              </a:rPr>
              <a:t>MSP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3FD0176-2744-4B2F-9D41-77CC3ECFC2C0}">
                <a16:creationId xmlns:a16="http://schemas.microsoft.com/office/drawing/2010/main" id="{59A32825-DCEA-490F-A3F7-27FFF237A5E2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049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Network discovery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Network device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Server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Patch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Remote control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Alerts and reporting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IT asset management</a:t>
            </a:r>
            <a:endParaRPr b="0" dirty="0" lang="en-US" sz="1400">
              <a:latin typeface="Zoho Puvi"/>
            </a:endParaRPr>
          </a:p>
        </p:txBody>
      </p:sp>
    </p:spTree>
    <p:extLst>
      <p:ext uri="{BB1185F5-3E68-4B65-9C06-62CD271BEF0A}">
        <p14:creationId xmlns:p14="http://schemas.microsoft.com/office/powerpoint/2010/main" val="1734962013763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0503CF3-DF91-454B-8360-B04E1F21937F}">
                <a16:creationId xmlns:a16="http://schemas.microsoft.com/office/drawing/2010/main" id="{DD46A9CB-E70F-4139-81F8-405E4973F60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57300" y="1762125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End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p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o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int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securit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y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2B0EAA66-D1BC-4696-8DD3-08E278611BDF}">
                <a16:creationId xmlns:a16="http://schemas.microsoft.com/office/drawing/2010/main" id="{4D2969E9-596A-43D8-854F-861B5FEC1588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47813" y="752941"/>
            <a:ext cx="4048287" cy="3984059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Vulnerability Manager Plus: </a:t>
            </a:r>
            <a:r>
              <a:rPr b="0" dirty="0" i="0" lang="en-US" sz="1400">
                <a:latin typeface="Zoho Puvi"/>
              </a:rPr>
              <a:t>Prioritization-focused enterprise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vulnerability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Device Control Plus: </a:t>
            </a:r>
            <a:r>
              <a:rPr b="0" dirty="0" i="0" lang="en-US" sz="1400">
                <a:latin typeface="Zoho Puvi"/>
              </a:rPr>
              <a:t>Data loss prevention for peripheral devices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Application Control Plus: </a:t>
            </a:r>
            <a:r>
              <a:rPr b="0" dirty="0" i="0" lang="en-US" sz="1400">
                <a:latin typeface="Zoho Puvi"/>
              </a:rPr>
              <a:t>Software discovery and endpoint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privilege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Browser Security Pl</a:t>
            </a:r>
            <a:r>
              <a:rPr b="1" dirty="0" i="0" lang="en-US" sz="1400">
                <a:latin typeface="Zoho Puvi"/>
              </a:rPr>
              <a:t>u</a:t>
            </a:r>
            <a:r>
              <a:rPr b="1" dirty="0" i="0" lang="en-US" sz="1400">
                <a:latin typeface="Zoho Puvi"/>
              </a:rPr>
              <a:t>s: </a:t>
            </a:r>
            <a:r>
              <a:rPr b="0" dirty="0" i="0" lang="en-US" sz="1400">
                <a:latin typeface="Zoho Puvi"/>
              </a:rPr>
              <a:t>Browser security and managemen</a:t>
            </a:r>
            <a:r>
              <a:rPr b="0" dirty="0" i="0" lang="en-US" sz="1400">
                <a:latin typeface="Zoho Puvi"/>
              </a:rPr>
              <a:t>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Endpoint</a:t>
            </a:r>
            <a:r>
              <a:rPr b="1" dirty="0" err="1" i="0" lang="en-US" sz="1400">
                <a:latin typeface="Zoho Puvi"/>
              </a:rPr>
              <a:t> DL</a:t>
            </a:r>
            <a:r>
              <a:rPr b="1" dirty="0" i="0" lang="en-US" sz="1400">
                <a:latin typeface="Zoho Puvi"/>
              </a:rPr>
              <a:t>P Plus: </a:t>
            </a:r>
            <a:r>
              <a:rPr b="0" dirty="0" i="0" lang="en-US" sz="1400">
                <a:latin typeface="Zoho Puvi"/>
              </a:rPr>
              <a:t>Advanced data loss prevention for endpoints</a:t>
            </a:r>
            <a:r>
              <a:rPr b="0" dirty="0" i="1" lang="en-US" sz="1400">
                <a:latin typeface="Zoho Puvi"/>
              </a:rPr>
              <a:t> </a:t>
            </a:r>
            <a:endParaRPr b="0" dirty="0" i="1" lang="en-US" sz="1400">
              <a:latin typeface="Zoho Puvi"/>
            </a:endParaRPr>
          </a:p>
        </p:txBody>
      </p:sp>
    </p:spTree>
    <p:extLst>
      <p:ext uri="{4B9915F9-EBCD-47D3-B380-440B0FB56D9E}">
        <p14:creationId xmlns:p14="http://schemas.microsoft.com/office/powerpoint/2010/main" val="1734962013764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D9496A9-AABF-489D-B5F0-16B8771E180B}">
                <a16:creationId xmlns:a16="http://schemas.microsoft.com/office/drawing/2010/main" id="{33080D48-EB9C-4D4D-B60B-0468A09FC8E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19347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Vulnerability Manager Plus</a:t>
            </a:r>
          </a:p>
          <a:p>
            <a:pPr/>
            <a:r>
              <a:rPr b="1" dirty="0" i="0" lang="en-US" sz="1400">
                <a:latin typeface="Zoho Puvi"/>
              </a:rPr>
              <a:t>Prioritization-focused enterprise </a:t>
            </a:r>
            <a:r>
              <a:rPr b="1" dirty="0" i="0" lang="en-US" sz="1400">
                <a:latin typeface="Zoho Puvi"/>
              </a:rPr>
              <a:t>vulnerability management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B0D08D8-8CDF-4BA4-AAF8-63BE84BC9D82}">
                <a16:creationId xmlns:a16="http://schemas.microsoft.com/office/drawing/2010/main" id="{8C1AB81A-D192-4C6C-A45D-A7884E1BF13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64452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‌Vulnerability </a:t>
            </a:r>
            <a:r>
              <a:rPr b="0" dirty="0" lang="en-US" sz="1400">
                <a:latin typeface="Zoho Puvi"/>
              </a:rPr>
              <a:t>and </a:t>
            </a:r>
            <a:r>
              <a:rPr b="0" dirty="0" lang="en-US" sz="1400">
                <a:latin typeface="Zoho Puvi"/>
              </a:rPr>
              <a:t>threat assessment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Cross-platform patch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Zero-day vulnerability mitigation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Security configuration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Web server hardening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High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risk software and anti</a:t>
            </a:r>
            <a:r>
              <a:rPr b="0" dirty="0" lang="en-US" sz="1400">
                <a:latin typeface="Zoho Puvi"/>
              </a:rPr>
              <a:t>virus audit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Reports with actionable insights </a:t>
            </a:r>
            <a:endParaRPr b="0" dirty="0" lang="en-US" sz="1400">
              <a:latin typeface="Zoho Puvi"/>
            </a:endParaRPr>
          </a:p>
        </p:txBody>
      </p:sp>
    </p:spTree>
    <p:extLst>
      <p:ext uri="{26F048A5-9DAF-4E20-B016-A96F26F2E97C}">
        <p14:creationId xmlns:p14="http://schemas.microsoft.com/office/powerpoint/2010/main" val="173496201376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A9E0367-A3DF-48B4-8985-008C7695657B}">
                <a16:creationId xmlns:a16="http://schemas.microsoft.com/office/drawing/2010/main" id="{831EAE85-7577-4FE6-84FA-9A264AE2448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0799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Device Control Plus</a:t>
            </a:r>
          </a:p>
          <a:p>
            <a:pPr/>
            <a:r>
              <a:rPr b="1" dirty="0" lang="en-US" sz="1400">
                <a:latin typeface="Zoho Puvi"/>
              </a:rPr>
              <a:t>Data leak</a:t>
            </a:r>
            <a:r>
              <a:rPr b="1" dirty="0" lang="en-US" sz="1400">
                <a:latin typeface="Zoho Puvi"/>
              </a:rPr>
              <a:t> prevention for peripheral devices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9E440108-53A3-4DA4-9992-614004FCBFCC}">
                <a16:creationId xmlns:a16="http://schemas.microsoft.com/office/drawing/2010/main" id="{948E5700-CA8A-43D0-8238-D637D87F36F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21009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Control </a:t>
            </a:r>
            <a:r>
              <a:rPr b="0" dirty="0" lang="en-US" sz="1400">
                <a:latin typeface="Zoho Puvi"/>
              </a:rPr>
              <a:t>over </a:t>
            </a:r>
            <a:r>
              <a:rPr b="0" dirty="0" lang="en-US" sz="1400">
                <a:latin typeface="Zoho Puvi"/>
              </a:rPr>
              <a:t>all ports and removable devices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Role-based file access control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Controls to block unauthorized file transfers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Comprehensive file shadowing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Access management for removable devices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Temporary access </a:t>
            </a:r>
            <a:r>
              <a:rPr b="0" dirty="0" lang="en-US" sz="1400">
                <a:latin typeface="Zoho Puvi"/>
              </a:rPr>
              <a:t>granted on demand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Reports on d</a:t>
            </a:r>
            <a:r>
              <a:rPr b="0" dirty="0" lang="en-US" sz="1400">
                <a:latin typeface="Zoho Puvi"/>
              </a:rPr>
              <a:t>evice activity and data usage</a:t>
            </a:r>
            <a:endParaRPr b="0" dirty="0" lang="en-US" sz="1400">
              <a:latin typeface="Zoho Puvi"/>
            </a:endParaRPr>
          </a:p>
        </p:txBody>
      </p:sp>
    </p:spTree>
    <p:extLst>
      <p:ext uri="{074EA1FA-E34D-48F2-AD68-A5705E532E41}">
        <p14:creationId xmlns:p14="http://schemas.microsoft.com/office/powerpoint/2010/main" val="1734962013766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89F999B-1229-4882-BB37-A1045C4059C8}">
                <a16:creationId xmlns:a16="http://schemas.microsoft.com/office/drawing/2010/main" id="{96B14F44-1AFF-4216-A540-F558EF449F1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1447" y="750789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Application Control Plus</a:t>
            </a:r>
          </a:p>
          <a:p>
            <a:pPr/>
            <a:r>
              <a:rPr b="1" dirty="0" i="0" lang="en-US" sz="1400">
                <a:latin typeface="Zoho Puvi"/>
              </a:rPr>
              <a:t>Software discovery and endpoint privilege managemen</a:t>
            </a:r>
            <a:r>
              <a:rPr b="1" dirty="0" i="0" lang="en-US" sz="1400">
                <a:latin typeface="Zoho Puvi"/>
              </a:rPr>
              <a:t>t</a:t>
            </a:r>
          </a:p>
          <a:p>
            <a:pPr/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i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CF8B5BB8-8332-4729-881F-38B01975DCC7}">
                <a16:creationId xmlns:a16="http://schemas.microsoft.com/office/drawing/2010/main" id="{E55E0299-E8AE-4165-A897-B64C7E91E90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Application allow lists and block lists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Rule-based list building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Endpoint privilege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Flexible operation modes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Instant resolution of </a:t>
            </a:r>
            <a:r>
              <a:rPr b="0" dirty="0" err="1" lang="en-US" sz="1400">
                <a:latin typeface="Zoho Puvi"/>
              </a:rPr>
              <a:t>g</a:t>
            </a:r>
            <a:r>
              <a:rPr b="0" dirty="0" err="1" lang="en-US" sz="1400">
                <a:latin typeface="Zoho Puvi"/>
              </a:rPr>
              <a:t>reylist</a:t>
            </a:r>
            <a:r>
              <a:rPr b="0" dirty="0" err="1" lang="en-US" sz="1400">
                <a:latin typeface="Zoho Puvi"/>
              </a:rPr>
              <a:t>ed</a:t>
            </a:r>
            <a:r>
              <a:rPr b="0" dirty="0" lang="en-US" sz="1400">
                <a:latin typeface="Zoho Puvi"/>
              </a:rPr>
              <a:t> apps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Insightful </a:t>
            </a:r>
            <a:r>
              <a:rPr b="0" dirty="0" lang="en-US" sz="1400">
                <a:latin typeface="Zoho Puvi"/>
              </a:rPr>
              <a:t>dashboards</a:t>
            </a:r>
            <a:r>
              <a:rPr b="0" dirty="0" lang="en-US" sz="1400">
                <a:latin typeface="Zoho Puvi"/>
              </a:rPr>
              <a:t> and reports </a:t>
            </a:r>
            <a:endParaRPr b="0" dirty="0" lang="en-US" sz="1400">
              <a:latin typeface="Zoho Puvi"/>
            </a:endParaRPr>
          </a:p>
        </p:txBody>
      </p:sp>
    </p:spTree>
    <p:extLst>
      <p:ext uri="{49341A2F-394C-493E-A64E-3F9A7A910175}">
        <p14:creationId xmlns:p14="http://schemas.microsoft.com/office/powerpoint/2010/main" val="1734962013767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AFE5E00-0DBC-4CEC-B459-52FE4299FDCC}">
                <a16:creationId xmlns:a16="http://schemas.microsoft.com/office/drawing/2010/main" id="{060C2810-2F1E-47B6-B881-2A9DD7471FE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4609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Browser Security Pl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u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s</a:t>
            </a:r>
          </a:p>
          <a:p>
            <a:pPr/>
            <a:r>
              <a:rPr b="1" dirty="0" i="0" lang="en-US" sz="1400">
                <a:latin typeface="Zoho Puvi"/>
              </a:rPr>
              <a:t>Browser security and managemen</a:t>
            </a:r>
            <a:r>
              <a:rPr b="1" dirty="0" i="0" lang="en-US" sz="1400">
                <a:latin typeface="Zoho Puvi"/>
              </a:rPr>
              <a:t>t</a:t>
            </a:r>
          </a:p>
          <a:p>
            <a:pPr/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i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B97DB3D7-CD33-444E-A823-0D2CA781ABAC}">
                <a16:creationId xmlns:a16="http://schemas.microsoft.com/office/drawing/2010/main" id="{C97CCB05-C3C4-4EE3-9ACC-ED05706F215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59099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Browser insights and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Browser policy deployment and configurations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Add-on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Java manager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Browser lock</a:t>
            </a:r>
            <a:r>
              <a:rPr b="0" dirty="0" lang="en-US" sz="1400">
                <a:latin typeface="Zoho Puvi"/>
              </a:rPr>
              <a:t>down and isolation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Web filter and download restriction</a:t>
            </a:r>
            <a:r>
              <a:rPr b="0" dirty="0" lang="en-US" sz="1400">
                <a:latin typeface="Zoho Puvi"/>
              </a:rPr>
              <a:t>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 leak</a:t>
            </a:r>
            <a:r>
              <a:rPr b="0" dirty="0" lang="en-US" sz="1400">
                <a:latin typeface="Zoho Puvi"/>
              </a:rPr>
              <a:t> prevention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Compliance management </a:t>
            </a:r>
            <a:endParaRPr b="0" dirty="0" lang="en-US" sz="1400">
              <a:latin typeface="Zoho Puvi"/>
            </a:endParaRPr>
          </a:p>
        </p:txBody>
      </p:sp>
    </p:spTree>
    <p:extLst>
      <p:ext uri="{C1396271-C3C4-46FA-8522-7EF8A5C7D93C}">
        <p14:creationId xmlns:p14="http://schemas.microsoft.com/office/powerpoint/2010/main" val="1734962013768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8A13E32E-205F-46EF-91B6-489EF8248059}">
                <a16:creationId xmlns:a16="http://schemas.microsoft.com/office/drawing/2010/main" id="{F6953574-38B7-431A-9DA2-9EF0BF460F5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72363"/>
            <a:ext cx="7620000" cy="1044778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Endpoint </a:t>
            </a:r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DLP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Advanced data loss prevention for endpoints </a:t>
            </a:r>
          </a:p>
          <a:p>
            <a:pPr/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i="0" lang="en-US" sz="1400">
                <a:solidFill>
                  <a:schemeClr val="accent6"/>
                </a:solidFill>
                <a:latin typeface="Zoho Puvi"/>
              </a:rPr>
              <a:t>)</a:t>
            </a:r>
          </a:p>
          <a:p>
            <a:pPr/>
            <a:r>
              <a:rPr dirty="0" i="0" lang="en-US" sz="1400">
                <a:latin typeface="Roboto"/>
              </a:rPr>
              <a:t/>
            </a:r>
            <a:endParaRPr dirty="0" i="0" lang="en-US" sz="1400">
              <a:latin typeface="Roboto"/>
            </a:endParaRPr>
          </a:p>
        </p:txBody>
      </p:sp>
      <p:sp>
        <p:nvSpPr>
          <p:cNvPr id="3" name="Content Placeholder 2">
            <a:extLst>
              <a:ext uri="{8F239465-7CC8-437D-9CE1-B5FE14283213}">
                <a16:creationId xmlns:a16="http://schemas.microsoft.com/office/drawing/2010/main" id="{8703019B-8AC0-4BE6-8710-62BB1644FA3A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44482" y="1630841"/>
            <a:ext cx="2928166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Data discovery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 classification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 containerization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Cloud upload protection</a:t>
            </a:r>
          </a:p>
          <a:p>
            <a:pPr indent="0" marL="0">
              <a:buClr>
                <a:schemeClr val="tx1"/>
              </a:buClr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hidden="false" id="4" name="">
            <a:extLst>
              <a:ext uri="{1C4615C5-CB8D-42AC-87FF-3605AFDB8D85}">
                <a16:creationId xmlns:a16="http://schemas.microsoft.com/office/drawing/2010/main" id="{E746D3AB-E71E-43CC-960D-77AB5455225C}"/>
              </a:ext>
            </a:extLst>
          </p:cNvPr>
          <p:cNvSpPr txBox="1">
            <a:spLocks noGrp="true"/>
          </p:cNvSpPr>
          <p:nvPr/>
        </p:nvSpPr>
        <p:spPr>
          <a:xfrm rot="0">
            <a:off x="4160386" y="1630841"/>
            <a:ext cx="2928166" cy="3048000"/>
          </a:xfrm>
          <a:prstGeom prst="rect">
            <a:avLst/>
          </a:prstGeom>
          <a:ln w="0">
            <a:noFill/>
            <a:round/>
          </a:ln>
          <a:effectLst/>
        </p:spPr>
        <p:txBody>
          <a:bodyPr anchor="t" bIns="45720" lIns="91440" numCol="1" rIns="91440" rtlCol="0" spcCol="0" tIns="93600">
            <a:noAutofit/>
          </a:bodyPr>
          <a:lstStyle>
            <a:lvl1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 b="0" dirty="0" i="0" lang="en-US" sz="1600">
                <a:solidFill>
                  <a:schemeClr val="tx1"/>
                </a:solidFill>
                <a:latin typeface="Zoho Puvi"/>
              </a:defRPr>
            </a:lvl1pPr>
            <a:lvl2pPr algn="l" indent="-285750" lvl="1" marL="74295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400">
                <a:solidFill>
                  <a:schemeClr val="bg1">
                    <a:lumMod val="50000"/>
                  </a:schemeClr>
                </a:solidFill>
                <a:latin typeface="Zoho Puvi"/>
              </a:defRPr>
            </a:lvl2pPr>
            <a:lvl3pPr algn="l" indent="-228600" lvl="2" marL="11430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200">
                <a:solidFill>
                  <a:schemeClr val="bg1">
                    <a:lumMod val="50000"/>
                  </a:schemeClr>
                </a:solidFill>
                <a:latin typeface="Zoho Puvi"/>
              </a:defRPr>
            </a:lvl3pPr>
            <a:lvl4pPr algn="l" indent="-228600" lvl="3" marL="16002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000">
                <a:solidFill>
                  <a:schemeClr val="bg1">
                    <a:lumMod val="50000"/>
                  </a:schemeClr>
                </a:solidFill>
                <a:latin typeface="Zoho Puvi"/>
              </a:defRPr>
            </a:lvl4pPr>
            <a:lvl5pPr algn="l" indent="-228600" lvl="4" marL="20574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Zoho Puvi"/>
              </a:defRPr>
            </a:lvl5pPr>
            <a:lvl6pPr algn="l" indent="-228600" lvl="5" marL="25146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6pPr>
            <a:lvl7pPr algn="l" indent="-228600" lvl="6" marL="29718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7pPr>
            <a:lvl8pPr algn="l" indent="-228600" lvl="7" marL="34290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8pPr>
            <a:lvl9pPr algn="l" indent="-228600" lvl="8" marL="38862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9pPr>
          </a:lstStyle>
          <a:p>
            <a: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Email security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Device control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False positive remediation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Extensive reports</a:t>
            </a:r>
            <a:endParaRPr b="0" dirty="0" i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F27D415D-B56A-4B82-949C-F199D3939DA7}">
        <p14:creationId xmlns:p14="http://schemas.microsoft.com/office/powerpoint/2010/main" val="173496201376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B9F9C067-F996-4528-AD50-9B20A5894D26}">
                <a16:creationId xmlns:a16="http://schemas.microsoft.com/office/drawing/2010/main" id="{1A69DBC7-214A-462A-8717-0463C6DB5C3E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339FBAB4-63D8-429B-9443-F7FD3711B94B}">
                <a16:creationId xmlns:a16="http://schemas.microsoft.com/office/drawing/2010/main" id="{BF995496-256E-44C3-BC3F-FD9BB057DF99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4C3134AF-13F3-4B05-96F8-43A21E530EB5}">
                <a16:creationId xmlns:a16="http://schemas.microsoft.com/office/drawing/2010/main" id="{9AC98ED2-A665-4022-87C6-8024C238A81C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2743C7CD-EEFA-4602-B430-AF7D9F1087FB}">
        <p14:creationId xmlns:p14="http://schemas.microsoft.com/office/powerpoint/2010/main" val="1734962013770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7" val="Open Sans-demi_bold"/>
  <p:tag name="webfont3" val="Zoho Puvi-heavy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2024-11-13T02:02:36Z</dcterms:created>
  <dcterms:modified xsi:type="dcterms:W3CDTF">2024-11-13T02:24:24Z</dcterms:modified>
</cp:coreProperties>
</file>