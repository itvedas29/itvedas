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x-fontdata" PartName="/ppt/fonts/font8.fntdata"/>
  <Override ContentType="application/vnd.openxmlformats-officedocument.presentationml.tags+xml" PartName="/ppt/tags/tag3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ppt/media/img_cc_black.png" Type="http://schemas.openxmlformats.org/officeDocument/2006/relationships/image"/><Relationship Id="rId10" Target="ppt/presentation.xml" Type="http://schemas.openxmlformats.org/officeDocument/2006/relationships/officeDocument"/><Relationship Id="rId11" Target="docProps/core.xml" Type="http://schemas.openxmlformats.org/package/2006/relationships/metadata/core-properties"/><Relationship Id="rId12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5143500" type="screen16x9"/>
  <p:notesSz cx="9144000" cy="5143500"/>
  <p:embeddedFontLst>
    <p:embeddedFont>
      <p:font typeface="Zoho Puvi"/>
      <p:regular r:id="rId12"/>
      <p:bold r:id="rId13"/>
    </p:embeddedFont>
    <p:embeddedFont>
      <p:font typeface="Roboto"/>
      <p:regular r:id="rId16"/>
    </p:embeddedFont>
    <p:embeddedFont>
      <p:font typeface="Zoho Puvi-black"/>
      <p:regular r:id="rId15"/>
    </p:embeddedFont>
    <p:embeddedFont>
      <p:font typeface="Zoho Puvi-heavy"/>
      <p:regular r:id="rId14"/>
    </p:embeddedFont>
    <p:embeddedFont>
      <p:font typeface="Open Sans-demi_bold"/>
      <p:regular r:id="rId18"/>
    </p:embeddedFont>
    <p:embeddedFont>
      <p:font typeface="Open Sans"/>
      <p:regular r:id="rId17"/>
      <p:bold r:id="rId19"/>
    </p:embeddedFont>
  </p:embeddedFontLst>
  <p:custDataLst>
    <p:tags r:id="rId20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tableStyles.xml" Type="http://schemas.openxmlformats.org/officeDocument/2006/relationships/tableStyles"/><Relationship Id="rId12" Target="fonts/font1.fntdata" Type="http://schemas.openxmlformats.org/officeDocument/2006/relationships/font"/><Relationship Id="rId13" Target="fonts/font2.fntdata" Type="http://schemas.openxmlformats.org/officeDocument/2006/relationships/font"/><Relationship Id="rId14" Target="fonts/font3.fntdata" Type="http://schemas.openxmlformats.org/officeDocument/2006/relationships/font"/><Relationship Id="rId15" Target="fonts/font4.fntdata" Type="http://schemas.openxmlformats.org/officeDocument/2006/relationships/font"/><Relationship Id="rId16" Target="fonts/font5.fntdata" Type="http://schemas.openxmlformats.org/officeDocument/2006/relationships/font"/><Relationship Id="rId17" Target="fonts/font6.fntdata" Type="http://schemas.openxmlformats.org/officeDocument/2006/relationships/font"/><Relationship Id="rId18" Target="fonts/font7.fntdata" Type="http://schemas.openxmlformats.org/officeDocument/2006/relationships/font"/><Relationship Id="rId19" Target="fonts/font8.fntdata" Type="http://schemas.openxmlformats.org/officeDocument/2006/relationships/font"/><Relationship Id="rId20" Target="tags/tag3.xml" Type="http://schemas.openxmlformats.org/officeDocument/2006/relationships/tags"/><Relationship Id="rId21" Target="presProps.xml" Type="http://schemas.openxmlformats.org/officeDocument/2006/relationships/presProps"/><Relationship Id="rId22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A25B910-D23C-4C89-BF68-A02C963F341F}">
                <a16:creationId xmlns:a16="http://schemas.microsoft.com/office/drawing/2010/main" id="{E06518C4-8CC7-4F08-A77E-F809800E20B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BBA9BC57-953A-48D6-95E5-4E8EEFB23320}">
                <a16:creationId xmlns:a16="http://schemas.microsoft.com/office/drawing/2010/main" id="{44BB63D3-1178-4204-B4F2-D0F7A8BA9F36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E1423FC8-CDB1-4929-AAB3-D77B09A31644}">
                <a16:creationId xmlns:a16="http://schemas.microsoft.com/office/drawing/2010/main" id="{C02E6384-AD78-4AAA-BA18-5FA93509813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DDA55CA4-EB2B-42CD-922E-85B8421888CA}">
                <a16:creationId xmlns:a16="http://schemas.microsoft.com/office/drawing/2010/main" id="{0BF3E20B-5873-44CB-B3F7-60E7AD8C60E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F23CD862-850A-4271-96A0-F0E7A275F61D}">
                <a16:creationId xmlns:a16="http://schemas.microsoft.com/office/drawing/2010/main" id="{A034161F-C9E5-442C-B710-4D60422E71A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785542B5-EBAC-44B6-8C82-82CA095A2443}">
        <p14:creationId xmlns:p14="http://schemas.microsoft.com/office/powerpoint/2010/main" val="173496195366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3D07E95-C500-4749-BDD9-E11B1AB36744}">
                <a16:creationId xmlns:a16="http://schemas.microsoft.com/office/drawing/2010/main" id="{15F16767-5CCB-44AB-A188-C42A6C99F14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>
              <a:defRPr b="1" dirty="0" lang="en-US">
                <a:latin typeface="Zoho Puvi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F4D660DE-9D34-45ED-B259-813BBA3AAB18}">
                <a16:creationId xmlns:a16="http://schemas.microsoft.com/office/drawing/2010/main" id="{0F408326-E9B5-42D2-A378-510F636F9170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>
              <a:defRPr b="0" dirty="0" lang="en-US">
                <a:latin typeface="Zoho Puvi"/>
              </a:defRPr>
            </a:lvl1pPr>
            <a:lvl2pPr lvl="1">
              <a:defRPr b="0" dirty="0" lang="en-US">
                <a:latin typeface="Zoho Puvi"/>
              </a:defRPr>
            </a:lvl2pPr>
            <a:lvl3pPr lvl="2">
              <a:defRPr b="0" dirty="0" lang="en-US">
                <a:latin typeface="Zoho Puvi"/>
              </a:defRPr>
            </a:lvl3pPr>
            <a:lvl4pPr lvl="3">
              <a:defRPr b="0" dirty="0" lang="en-US">
                <a:latin typeface="Zoho Puvi"/>
              </a:defRPr>
            </a:lvl4pPr>
            <a:lvl5pPr lvl="4">
              <a:defRPr b="0" dirty="0" lang="en-US">
                <a:latin typeface="Zoho Puvi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8FF967BA-EF07-4E82-8139-B1A7007499CB}">
                <a16:creationId xmlns:a16="http://schemas.microsoft.com/office/drawing/2010/main" id="{651148E6-3AE4-4B89-A27C-56C42F8093A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290B3466-92B2-40CE-88E0-B140895D7D02}">
                <a16:creationId xmlns:a16="http://schemas.microsoft.com/office/drawing/2010/main" id="{A9526736-A187-41ED-92BF-6D8B074F023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F04D0C92-2270-4DA1-B2E3-3FCD6EF12818}">
                <a16:creationId xmlns:a16="http://schemas.microsoft.com/office/drawing/2010/main" id="{4E48A18D-30E3-421D-9DF4-D3C5D1636E9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CA54EE0B-7306-4FBE-AD83-04D40450D5FC}">
                <a16:creationId xmlns:a16="http://schemas.microsoft.com/office/drawing/2010/main" id="{6D470A9F-1A42-4D96-AF79-9CC996114959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9945EECB-F666-4F45-B71B-C774DDACE2F8}">
        <p14:creationId xmlns:p14="http://schemas.microsoft.com/office/powerpoint/2010/main" val="1734961953667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ext Placeholder 2">
            <a:extLst>
              <a:ext uri="{ED54721F-86FB-4EE8-A769-416C3F90F8D9}">
                <a16:creationId xmlns:a16="http://schemas.microsoft.com/office/drawing/2010/main" id="{2B1A4C10-03C3-4BD7-9344-21DECB1CD9CC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true" id="3" name="Title 1">
            <a:extLst>
              <a:ext uri="{127F818A-867F-49DA-854B-34CC48EFC6EB}">
                <a16:creationId xmlns:a16="http://schemas.microsoft.com/office/drawing/2010/main" id="{B021FA80-2171-4B8D-8C88-5637F90A729C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BF05BB69-4185-4371-98AC-550FAB1180FE}">
                <a16:creationId xmlns:a16="http://schemas.microsoft.com/office/drawing/2010/main" id="{386CCEB1-2D34-4E5D-922D-AF3C32B50A4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3DC6E114-7FF6-4283-B974-6E517FD7FB81}">
                <a16:creationId xmlns:a16="http://schemas.microsoft.com/office/drawing/2010/main" id="{7CA27B22-19D4-447B-A14B-7A2DB6844F5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68AF3EEE-AA1D-4DB1-9A82-EA0E97A920D6}">
                <a16:creationId xmlns:a16="http://schemas.microsoft.com/office/drawing/2010/main" id="{3869FA83-DB9C-4BDD-B586-FD846653AA2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A65F8483-873F-4099-91E4-C59CFB770B4D}">
                <a16:creationId xmlns:a16="http://schemas.microsoft.com/office/drawing/2010/main" id="{2AEBB320-AD6C-40B9-95B7-9F9874C62A87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1F6E559A-FB3F-44F7-B072-DF6FCFBFB005}">
        <p14:creationId xmlns:p14="http://schemas.microsoft.com/office/powerpoint/2010/main" val="1734961953668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AE348FA4-B04C-4603-99FD-5A97FC194000}">
                <a16:creationId xmlns:a16="http://schemas.microsoft.com/office/drawing/2010/main" id="{3A1ABEB5-81F9-4BA9-9F57-3A214E82B444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true" flipV="false" rot="0">
            <a:off x="770" y="0"/>
            <a:ext cx="9144000" cy="5143500"/>
          </a:xfrm>
          <a:prstGeom prst="rect">
            <a:avLst/>
          </a:prstGeom>
          <a:noFill/>
        </p:spPr>
      </p:pic>
      <p:sp>
        <p:nvSpPr>
          <p:cNvPr hidden="true" id="3" name="Title 1">
            <a:extLst>
              <a:ext uri="{9CE51F77-104A-4EC8-9FDC-BED174A6936E}">
                <a16:creationId xmlns:a16="http://schemas.microsoft.com/office/drawing/2010/main" id="{E60C69A7-17CB-43DC-99A3-71171C899C5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4" name="Content Placeholder 2">
            <a:extLst>
              <a:ext uri="{4E22FEBB-6F72-41A1-808C-03CA5DB3485D}">
                <a16:creationId xmlns:a16="http://schemas.microsoft.com/office/drawing/2010/main" id="{0A4B9028-4931-4194-91B5-D5F427FA746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Content Placeholder 2">
            <a:extLst>
              <a:ext uri="{374A5337-6328-4D08-AADF-C01604F06A74}">
                <a16:creationId xmlns:a16="http://schemas.microsoft.com/office/drawing/2010/main" id="{215CA737-388D-44D1-BA43-A7A75D086D4E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6" name="Slide Number Placeholder 6">
            <a:extLst>
              <a:ext uri="{8D6AF612-0D1F-466C-BCC1-E0CEA4CDBF33}">
                <a16:creationId xmlns:a16="http://schemas.microsoft.com/office/drawing/2010/main" id="{1D1C7DAF-FBC0-466D-97FA-D591346C9C3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5">
            <a:extLst>
              <a:ext uri="{642A9552-11AE-495E-8F1D-B7B7950526B8}">
                <a16:creationId xmlns:a16="http://schemas.microsoft.com/office/drawing/2010/main" id="{95CA6263-08B0-4F6B-8FAD-34A24A20FD5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4">
            <a:extLst>
              <a:ext uri="{0F495A3A-9134-4EBB-AF80-3654352DEEAC}">
                <a16:creationId xmlns:a16="http://schemas.microsoft.com/office/drawing/2010/main" id="{EE2E523A-88B8-40B2-A49C-711CE821CAB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E7E1B25A-2DB2-4726-BFB9-FF6F52D2C378}">
        <p14:creationId xmlns:p14="http://schemas.microsoft.com/office/powerpoint/2010/main" val="1734961953670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84174982-D478-403B-8F53-569E8966325F}">
                <a16:creationId xmlns:a16="http://schemas.microsoft.com/office/drawing/2010/main" id="{C5353A99-7C0C-49AD-9957-8181928F20EB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2D330651-7052-46DB-A28B-8B8CAEA2415F}">
                <a16:creationId xmlns:a16="http://schemas.microsoft.com/office/drawing/2010/main" id="{5EADDCEA-9DD6-4E1E-AE82-DC07695D0622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98436996-CC8A-4E49-809E-F83D085F811D}">
                <a16:creationId xmlns:a16="http://schemas.microsoft.com/office/drawing/2010/main" id="{24E77050-6036-48CC-B706-CDD1EDA0EF9D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A8B700E9-C113-4977-AE50-43B8993DD1E4}">
                <a16:creationId xmlns:a16="http://schemas.microsoft.com/office/drawing/2010/main" id="{C762F3AA-D3AD-499D-93C0-CE4BE9FDB0C2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DC5E5151-1515-4B8D-A8EB-139DA8E7A66D}">
                <a16:creationId xmlns:a16="http://schemas.microsoft.com/office/drawing/2010/main" id="{16838C57-C62E-44FE-856D-60CC34DBA04D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358436EF-9A71-4ED9-850E-74FC143830CD}">
                <a16:creationId xmlns:a16="http://schemas.microsoft.com/office/drawing/2010/main" id="{AAF2B752-4769-4818-B708-F3702D84FB1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E9E9A154-A4E4-4577-A2A5-1C5866427376}">
                <a16:creationId xmlns:a16="http://schemas.microsoft.com/office/drawing/2010/main" id="{9E93700E-CE46-441C-8790-89FE5E94EF1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857D5548-41FE-43CF-B3D0-FCB5FF9BF963}">
                <a16:creationId xmlns:a16="http://schemas.microsoft.com/office/drawing/2010/main" id="{6DB299C8-2FCE-4A29-9A01-9C1C839F9B2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948B7F0B-9ADF-4B31-A6A1-6434D3D4FFF3}">
        <p14:creationId xmlns:p14="http://schemas.microsoft.com/office/powerpoint/2010/main" val="173496195367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FB41019-5851-4924-9E95-87D6B7E03376}">
                <a16:creationId xmlns:a16="http://schemas.microsoft.com/office/drawing/2010/main" id="{D497BDB7-4552-4155-80DA-368958EC751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6A68F165-1C4C-4D7C-8D69-60B68992ECC0}">
                <a16:creationId xmlns:a16="http://schemas.microsoft.com/office/drawing/2010/main" id="{2B8F3EA6-96A4-43F6-AA35-86AD3F5DCBB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9553A5D9-03E1-4D9F-A43E-876535509F32}">
                <a16:creationId xmlns:a16="http://schemas.microsoft.com/office/drawing/2010/main" id="{A7D65555-D098-4244-8846-AC80A536BB3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83122EFB-0364-4E89-93A0-F38515277955}">
                <a16:creationId xmlns:a16="http://schemas.microsoft.com/office/drawing/2010/main" id="{80212A7F-C002-4DBF-9323-900CD1B7F60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6" name="">
            <a:extLst>
              <a:ext uri="{B43BA776-85BA-4E67-B854-E3C958A20F44}">
                <a16:creationId xmlns:a16="http://schemas.microsoft.com/office/drawing/2010/main" id="{3F517A0A-CEA5-41C2-BF7D-6968FCD3ACE7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0100BA81-7FA5-4BFF-9C39-8C4A140ED822}">
        <p14:creationId xmlns:p14="http://schemas.microsoft.com/office/powerpoint/2010/main" val="1734961953672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8BD5A444-4A6D-491D-BD5F-BB6FFF5F5851}">
                <a16:creationId xmlns:a16="http://schemas.microsoft.com/office/drawing/2010/main" id="{934FA59F-33F4-4D47-89DE-A30EC36D202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A1A52FB8-58FB-416B-84E9-B16E086A937D}">
                <a16:creationId xmlns:a16="http://schemas.microsoft.com/office/drawing/2010/main" id="{BA82E5F4-9DB9-43D3-B225-A08E09D5798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422374DE-605C-4883-A0DD-6FE59AA4D087}">
                <a16:creationId xmlns:a16="http://schemas.microsoft.com/office/drawing/2010/main" id="{706FA502-2A0A-4C0F-86FD-3EDAC20605D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92453191-F71C-49F1-BB93-A2002B401B4A}">
        <p14:creationId xmlns:p14="http://schemas.microsoft.com/office/powerpoint/2010/main" val="1734961953673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36CDE6D-E573-447E-8D54-5F05BA8B7900}">
                <a16:creationId xmlns:a16="http://schemas.microsoft.com/office/drawing/2010/main" id="{42ED3245-2011-4BBB-B8FD-E440F710CF5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95E437F2-3B42-44EF-AF17-FF048342F998}">
                <a16:creationId xmlns:a16="http://schemas.microsoft.com/office/drawing/2010/main" id="{3FCDEAF6-8EB3-4614-A3AA-8B8F72FF07BC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61F51618-5A01-4CB7-BB0D-E5DA6396C517}">
                <a16:creationId xmlns:a16="http://schemas.microsoft.com/office/drawing/2010/main" id="{CB17D650-5024-4571-881E-5086FB968566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25FF193C-E1A1-4F1B-8DBA-2DCEE7F545B9}">
                <a16:creationId xmlns:a16="http://schemas.microsoft.com/office/drawing/2010/main" id="{791F1130-DFB0-4544-9819-6F6F944E6D0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8189344A-AF7F-42BE-AE9F-1F8F22F9D2BD}">
                <a16:creationId xmlns:a16="http://schemas.microsoft.com/office/drawing/2010/main" id="{22A9802D-3A95-4FBD-8056-05998FD3716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CE5A6584-D5CA-4DF1-A469-3CA62863CC2B}">
                <a16:creationId xmlns:a16="http://schemas.microsoft.com/office/drawing/2010/main" id="{D3EABCA2-69E7-4D54-821D-1D3C67F8298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D56E0EA9-E664-48A6-9A2B-F0E6AC8D0A50}">
        <p14:creationId xmlns:p14="http://schemas.microsoft.com/office/powerpoint/2010/main" val="1734961953674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5AD47EB3-D1BD-4210-8BF9-3A10ACBECF81}">
                <a16:creationId xmlns:a16="http://schemas.microsoft.com/office/drawing/2010/main" id="{3F080A55-5D9A-4E14-91EE-4D970286D634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4B8AFE82-0EEA-4883-8EBA-738250729C09}">
                <a16:creationId xmlns:a16="http://schemas.microsoft.com/office/drawing/2010/main" id="{59EBAF2F-3B3A-48D5-BB49-9B9A93BDF6F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DE717A7E-1757-40AE-B264-9E3FC1B57A6B}">
                <a16:creationId xmlns:a16="http://schemas.microsoft.com/office/drawing/2010/main" id="{1307A67E-20ED-4090-A743-D4BFAA75476C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359E0A9E-2527-467D-A29B-B87558557058}">
                <a16:creationId xmlns:a16="http://schemas.microsoft.com/office/drawing/2010/main" id="{60A336AE-0F75-4E14-8C83-46C7DA414C03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F9681CEC-384D-47E4-A009-211D61F8FC61}">
                <a16:creationId xmlns:a16="http://schemas.microsoft.com/office/drawing/2010/main" id="{9DA45DC0-5BA3-4315-AF07-6A8D12F9484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700710F6-E17E-41C0-85BE-FEBFDC6B2A41}">
                <a16:creationId xmlns:a16="http://schemas.microsoft.com/office/drawing/2010/main" id="{61EEA907-B4E9-4F09-BBB8-C5037300211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075D3B1D-749C-4E05-89B6-6451ABEFAE07}">
                <a16:creationId xmlns:a16="http://schemas.microsoft.com/office/drawing/2010/main" id="{0CBF4321-039C-4029-9888-80FF573F580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DCC8D14B-3ACD-4665-B542-337B13E2030C}">
        <p14:creationId xmlns:p14="http://schemas.microsoft.com/office/powerpoint/2010/main" val="1734961953676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A83FE576-49E0-45A7-8DBD-D3F2D95CE3BE}">
                <a16:creationId xmlns:a16="http://schemas.microsoft.com/office/drawing/2010/main" id="{4898D2FA-1441-4366-83C9-9D672DD954AF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21395F19-37DF-4E90-B083-6F7642D9D28A}">
                <a16:creationId xmlns:a16="http://schemas.microsoft.com/office/drawing/2010/main" id="{D5E21FB8-3F76-4708-9AE7-8BD18FE8A840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14DF995B-2E7E-4E29-A57C-F661B91F8163}">
                <a16:creationId xmlns:a16="http://schemas.microsoft.com/office/drawing/2010/main" id="{B176BA52-D747-4B72-8B4B-7C4AA7D6B470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5DEB36DC-7CE5-430D-935A-6ADD4D3AA842}">
                <a16:creationId xmlns:a16="http://schemas.microsoft.com/office/drawing/2010/main" id="{B23212E2-3F90-4CA7-BD42-E4349C0235EA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F62CFAB1-9A74-4A1B-9DFE-DBF15BFE0BF8}">
                <a16:creationId xmlns:a16="http://schemas.microsoft.com/office/drawing/2010/main" id="{E5ED08AA-744E-4495-BC5B-010FE6D8EFF7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7581AAD9-BFB2-45D0-8566-1147B7467083}">
                <a16:creationId xmlns:a16="http://schemas.microsoft.com/office/drawing/2010/main" id="{06325092-8C1D-468D-B144-B81BE4885E81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F6AC0860-1A5B-4E5F-B938-3FCF9210AC2E}">
                <a16:creationId xmlns:a16="http://schemas.microsoft.com/office/drawing/2010/main" id="{EA266AC6-2272-43B1-B217-1F9B87C5321B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F5227565-D24D-4143-83F1-F7422ADD5941}">
                <a16:creationId xmlns:a16="http://schemas.microsoft.com/office/drawing/2010/main" id="{147B78A8-79DA-4CFB-AD58-4AE71AF42030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8B7D1751-28A2-4902-8B42-B61236CFA4E9}">
                <a16:creationId xmlns:a16="http://schemas.microsoft.com/office/drawing/2010/main" id="{B1F5645C-89C6-42CE-972D-FE1BDD8695F5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CB17184A-AE30-4338-845E-E3400072F8C1}">
                <a16:creationId xmlns:a16="http://schemas.microsoft.com/office/drawing/2010/main" id="{08EDA0E6-1923-458B-A892-FD5430413831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5C5F724B-CC35-4F2E-BC0C-F9EB8760FEF9}">
                <a16:creationId xmlns:a16="http://schemas.microsoft.com/office/drawing/2010/main" id="{55EAEBFE-B219-4442-B39A-F388C05DE45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9CCD047A-CB27-45D9-9C6B-B0618C39B0FD}">
                <a16:creationId xmlns:a16="http://schemas.microsoft.com/office/drawing/2010/main" id="{4DA735F4-E30E-40A6-BDCB-4BBA4DDEB0F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42443222-59C1-4B86-A7B7-B0E3F3B44E62}">
                <a16:creationId xmlns:a16="http://schemas.microsoft.com/office/drawing/2010/main" id="{B1502038-C281-4856-8F76-FB6CB8FCAA9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3B419BA4-E01D-4281-8F63-A285FB3849FB}">
        <p14:creationId xmlns:p14="http://schemas.microsoft.com/office/powerpoint/2010/main" val="1734961953678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26653F7-BB53-4EF5-91CA-92F5E9ABA34B}">
                <a16:creationId xmlns:a16="http://schemas.microsoft.com/office/drawing/2010/main" id="{ABBE16E3-B573-42DB-ADEB-F6901601283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B15E8D95-B879-4DCF-BE4A-41E8A3C28AE9}">
                <a16:creationId xmlns:a16="http://schemas.microsoft.com/office/drawing/2010/main" id="{CD696446-863D-4466-82AE-C47FF06819BF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DA87EF0A-8521-4894-B508-76EBEDE0CCA6}">
                <a16:creationId xmlns:a16="http://schemas.microsoft.com/office/drawing/2010/main" id="{1C1DC7D1-810C-4F1E-A20E-721FBA0DD40A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B3D13386-497E-4C76-8A35-6B5DF889ADD4}">
                <a16:creationId xmlns:a16="http://schemas.microsoft.com/office/drawing/2010/main" id="{A4CC4E3A-8BF5-4BDD-8D4B-91B9FBB05E49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D2BB0246-8541-4B79-BC64-1FA4DB7BD851}">
                <a16:creationId xmlns:a16="http://schemas.microsoft.com/office/drawing/2010/main" id="{211FBB7C-C8BA-4AB4-899F-AEB3FDA73EBF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9686A68A-94ED-48DA-825A-0D7267DB1F5F}">
                <a16:creationId xmlns:a16="http://schemas.microsoft.com/office/drawing/2010/main" id="{7A6B0AFF-EF86-48CB-B83A-B644CE25599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03526708-EA8C-462D-B1CA-4D996C0D44BF}">
                <a16:creationId xmlns:a16="http://schemas.microsoft.com/office/drawing/2010/main" id="{B10F5320-24A2-4E81-8E6A-5F6DB2E54B3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22ACE6BF-5DB1-488D-8DE1-DF28E9C60451}">
                <a16:creationId xmlns:a16="http://schemas.microsoft.com/office/drawing/2010/main" id="{ACE057F1-EFD5-4073-B025-6C07847D62B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FF024B45-AC29-4808-95EC-CED912776881}">
        <p14:creationId xmlns:p14="http://schemas.microsoft.com/office/powerpoint/2010/main" val="1734961953680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55485FA1-3D35-4148-A515-ED53D168457C}">
                <a16:creationId xmlns:a16="http://schemas.microsoft.com/office/drawing/2010/main" id="{E4A8FB48-4E2F-4D66-ACBB-A946231A50A7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F35174C3-F345-4895-A27C-83626298D162}">
                <a16:creationId xmlns:a16="http://schemas.microsoft.com/office/drawing/2010/main" id="{2D29EAD8-8878-4CB1-8F2F-33AD57B2D5CE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09A4A1B7-2D75-4DC8-8F46-1143430B9E0B}">
                <a16:creationId xmlns:a16="http://schemas.microsoft.com/office/drawing/2010/main" id="{B3612BC3-336F-46BB-8B80-BC1E7925D765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48505458-1358-4F6A-A20C-E8050DF877C8}">
                <a16:creationId xmlns:a16="http://schemas.microsoft.com/office/drawing/2010/main" id="{7B55979A-B195-47EA-8975-A797979BD32F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8AB32662-953D-4969-8103-C05C3E8245FB}">
                <a16:creationId xmlns:a16="http://schemas.microsoft.com/office/drawing/2010/main" id="{47850A89-237D-4D86-9D53-587BA59EEC0B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DB98CBD7-CFA2-4684-B3BB-3A7EE7F85E91}">
                <a16:creationId xmlns:a16="http://schemas.microsoft.com/office/drawing/2010/main" id="{7F09D71D-EFE4-4324-900D-91E59A63EE31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EB56219B-8404-4157-85A0-97D246ED6BD2}">
                <a16:creationId xmlns:a16="http://schemas.microsoft.com/office/drawing/2010/main" id="{6112D01C-FDE5-47E6-9933-CB1A529957EE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B28D5E70-FC65-4EA3-9B7A-AF3ED5C06A77}">
                <a16:creationId xmlns:a16="http://schemas.microsoft.com/office/drawing/2010/main" id="{81A89060-1575-4BF7-9014-880097596B4F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EAFB49EE-F57E-4D72-B645-46408A1D67E1}">
                <a16:creationId xmlns:a16="http://schemas.microsoft.com/office/drawing/2010/main" id="{A1920D45-CA4C-43B5-9FE1-4A1246AAC3E6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5023E16B-6719-45C5-A2FF-43CE5B143397}">
                <a16:creationId xmlns:a16="http://schemas.microsoft.com/office/drawing/2010/main" id="{263DD2E7-F891-4378-8C48-09EA326A877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2976098F-54AF-4D0B-AC7F-BD6275764955}">
                <a16:creationId xmlns:a16="http://schemas.microsoft.com/office/drawing/2010/main" id="{3346D3B9-F887-4BFC-90CB-A0A78503378E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D5BD6B28-1889-436D-80B6-CC3A467D489C}">
                <a16:creationId xmlns:a16="http://schemas.microsoft.com/office/drawing/2010/main" id="{107FE8AB-C64F-41F7-8EFA-17014374121D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9794BF98-4A17-4C8F-AD6C-87B32F092132}">
                <a16:creationId xmlns:a16="http://schemas.microsoft.com/office/drawing/2010/main" id="{C0DE3F5D-09D1-47E0-A36B-D93CEA5798A3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A596B5F6-116E-4C9B-B5C7-08CF5BB574C0}">
                <a16:creationId xmlns:a16="http://schemas.microsoft.com/office/drawing/2010/main" id="{657AFA5C-0AF9-49CD-ABE7-110F6BC9F732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https://www.manageengine.com/analytics-plus/" TargetMode="External" Type="http://schemas.openxmlformats.org/officeDocument/2006/relationships/hyperlink"/><Relationship Id="rId3" Target="https://www.manageengine.com/analytics-plus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2" Target="https://www.manageengine.com/saas-managemen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0D0FADE2-D5F0-41BE-8315-67BBEBC93C2D}">
                <a16:creationId xmlns:a16="http://schemas.microsoft.com/office/drawing/2010/main" id="{F989B366-966A-48CD-85C1-0D056FE0C176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6B124F33-B71F-42B3-B189-FDD72162677F}">
                <a16:creationId xmlns:a16="http://schemas.microsoft.com/office/drawing/2010/main" id="{56DC4C65-5BFB-486D-BB5F-1ED41C89E9A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46693" y="2004974"/>
            <a:ext cx="7792354" cy="776706"/>
          </a:xfrm>
        </p:spPr>
        <p:txBody>
          <a:bodyPr rtlCol="0"/>
          <a:lstStyle/>
          <a:p>
            <a:pPr algn="ctr"/>
            <a:r>
              <a:rPr b="1" dirty="0" lang="en-US" sz="2800">
                <a:latin typeface="Zoho Puvi-heavy"/>
              </a:rPr>
              <a:t>P</a:t>
            </a:r>
            <a:r>
              <a:rPr b="1" dirty="0" lang="en-US" sz="2800">
                <a:latin typeface="Zoho Puvi-heavy"/>
              </a:rPr>
              <a:t>roduct Overview</a:t>
            </a:r>
            <a:br>
              <a:rPr b="1" dirty="0" lang="en-US" sz="2800">
                <a:latin typeface="Zoho Puvi-heavy"/>
              </a:rPr>
            </a:br>
            <a:r>
              <a:rPr b="1" dirty="0" lang="en-US" sz="2800">
                <a:latin typeface="Zoho Puvi-heavy"/>
              </a:rPr>
              <a:t>Advanced IT analytics</a:t>
            </a:r>
            <a:endParaRPr b="1" dirty="0" lang="en-US" sz="2800">
              <a:latin typeface="Zoho Puvi-heavy"/>
            </a:endParaRPr>
          </a:p>
        </p:txBody>
      </p:sp>
      <p:pic>
        <p:nvPicPr>
          <p:cNvPr id="4" name="">
            <a:extLst>
              <a:ext uri="{15EA9BBE-6463-463B-ADF9-79D5FD572597}">
                <a16:creationId xmlns:a16="http://schemas.microsoft.com/office/drawing/2010/main" id="{73B9920A-C7E4-4D5F-A0EC-0160ACAEA0B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3549662" y="1477041"/>
            <a:ext cx="2044684" cy="360778"/>
          </a:xfrm>
          <a:prstGeom prst="rect">
            <a:avLst/>
          </a:prstGeom>
          <a:noFill/>
        </p:spPr>
      </p:pic>
    </p:spTree>
    <p:extLst>
      <p:ext uri="{D63BA1C5-CE72-47F3-8864-C81AC6DFA3EC}">
        <p14:creationId xmlns:p14="http://schemas.microsoft.com/office/powerpoint/2010/main" val="1734961953684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71D8E6B3-793F-48A9-8E62-8E5E9F3916B2}">
                <a16:creationId xmlns:a16="http://schemas.microsoft.com/office/drawing/2010/main" id="{A198D131-DB91-43D8-99A4-768D046871D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210608" y="1600962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>
                <a:solidFill>
                  <a:srgbClr val="ffc000"/>
                </a:solidFill>
                <a:latin typeface="Zoho Puvi-black"/>
              </a:rPr>
              <a:t>Advanced </a:t>
            </a:r>
            <a:br>
              <a:rPr b="1" dirty="0" lang="en-US" sz="2400">
                <a:solidFill>
                  <a:srgbClr val="ffc000"/>
                </a:solidFill>
                <a:latin typeface="Zoho Puvi-black"/>
              </a:rPr>
            </a:br>
            <a:r>
              <a:rPr b="1" dirty="0" lang="en-US" sz="2400">
                <a:solidFill>
                  <a:srgbClr val="ffc000"/>
                </a:solidFill>
                <a:latin typeface="Zoho Puvi-black"/>
              </a:rPr>
              <a:t>IT analytics</a:t>
            </a:r>
            <a:endParaRPr b="1" dirty="0" lang="en-US" sz="2400">
              <a:solidFill>
                <a:srgbClr val="ffc000"/>
              </a:solidFill>
              <a:latin typeface="Zoho Puvi-black"/>
            </a:endParaRPr>
          </a:p>
        </p:txBody>
      </p:sp>
      <p:sp>
        <p:nvSpPr>
          <p:cNvPr id="3" name="Content Placeholder 2">
            <a:extLst>
              <a:ext uri="{FC1EC3E2-10E4-45B0-877D-92B47423DE9A}">
                <a16:creationId xmlns:a16="http://schemas.microsoft.com/office/drawing/2010/main" id="{687C3C9C-2FB8-412E-9AB8-471580080A4B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809163" y="1899561"/>
            <a:ext cx="3154908" cy="823474"/>
          </a:xfrm>
          <a:prstGeom prst="rect">
            <a:avLst/>
          </a:prstGeom>
        </p:spPr>
        <p:txBody>
          <a:bodyPr rtlCol="0"/>
          <a:lstStyle/>
          <a:p>
            <a:pPr indent="0" marL="0">
              <a:buNone/>
            </a:pPr>
            <a:r>
              <a:rPr b="1" dirty="0" lang="en-US" sz="1600" u="none">
                <a:solidFill>
                  <a:srgbClr val="00b0f0"/>
                </a:solidFill>
                <a:latin typeface="Zoho Puvi-heavy"/>
              </a:rPr>
              <a:t>IT analytics</a:t>
            </a:r>
            <a:br>
              <a:rPr b="1" dirty="0" lang="en-US" sz="1600" u="none">
                <a:solidFill>
                  <a:schemeClr val="bg1"/>
                </a:solidFill>
                <a:latin typeface="Zoho Puvi"/>
              </a:rPr>
            </a:b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Connect to your IT applications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 </a:t>
            </a:r>
            <a:br>
              <a:rPr b="0" dirty="0" lang="en-US" sz="1400" u="none">
                <a:solidFill>
                  <a:schemeClr val="bg1"/>
                </a:solidFill>
                <a:latin typeface="Zoho Puvi"/>
              </a:rPr>
            </a:b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and visualize all facets of your IT</a:t>
            </a:r>
            <a:endParaRPr b="0" dirty="0" lang="en-US" sz="1400" u="none">
              <a:solidFill>
                <a:schemeClr val="bg1"/>
              </a:solidFill>
              <a:latin typeface="Zoho Puvi"/>
            </a:endParaRPr>
          </a:p>
        </p:txBody>
      </p:sp>
      <p:sp>
        <p:nvSpPr>
          <p:cNvPr id="4" name="">
            <a:extLst>
              <a:ext uri="{FF27564D-6486-4367-AFB6-787FF0C064ED}">
                <a16:creationId xmlns:a16="http://schemas.microsoft.com/office/drawing/2010/main" id="{A208F831-8D5D-4383-886F-58363BF03AB9}"/>
              </a:ext>
            </a:extLst>
          </p:cNvPr>
          <p:cNvSpPr txBox="1"/>
          <p:nvPr/>
        </p:nvSpPr>
        <p:spPr>
          <a:xfrm flipH="false" flipV="false" rot="0">
            <a:off x="1210608" y="2434256"/>
            <a:ext cx="2414711" cy="735158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i="0" lang="en-US" sz="1400" u="none">
                <a:solidFill>
                  <a:schemeClr val="bg1"/>
                </a:solidFill>
                <a:latin typeface="Zoho Puvi"/>
              </a:rPr>
              <a:t>Visualize IT data and gain actionable insights into </a:t>
            </a:r>
            <a:r>
              <a:rPr b="0" dirty="0" i="0" lang="en-US" sz="1400" u="none">
                <a:solidFill>
                  <a:schemeClr val="bg1"/>
                </a:solidFill>
                <a:latin typeface="Zoho Puvi"/>
              </a:rPr>
              <a:t>IT operations</a:t>
            </a:r>
            <a:endParaRPr b="0" dirty="0" i="0" lang="en-US" sz="1400" u="none">
              <a:solidFill>
                <a:schemeClr val="bg1"/>
              </a:solidFill>
              <a:latin typeface="Zoho Puvi"/>
            </a:endParaRPr>
          </a:p>
        </p:txBody>
      </p:sp>
    </p:spTree>
    <p:extLst>
      <p:ext uri="{ED66A7C6-A7A0-47F3-A598-FFC4D8AD6932}">
        <p14:creationId xmlns:p14="http://schemas.microsoft.com/office/powerpoint/2010/main" val="173496195368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CDB6E18-FD09-47E0-9792-F321463C9446}">
                <a16:creationId xmlns:a16="http://schemas.microsoft.com/office/drawing/2010/main" id="{3A7C961B-D516-490B-ABE5-14D4E24756C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52525" y="2045598"/>
            <a:ext cx="7620000" cy="474983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IT analytics 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0918818E-B122-4B71-A005-9405F5C95248}">
                <a16:creationId xmlns:a16="http://schemas.microsoft.com/office/drawing/2010/main" id="{901C8CC0-C6A1-464F-90F3-DF14B07165EA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57700" y="1640662"/>
            <a:ext cx="3010747" cy="1764239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Analytics Plus: </a:t>
            </a:r>
            <a:r>
              <a:rPr b="0" dirty="0" i="0" lang="en-US" sz="1400">
                <a:latin typeface="Zoho Puvi"/>
              </a:rPr>
              <a:t>AI-enabled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IT analytics </a:t>
            </a:r>
            <a:r>
              <a:rPr b="0" dirty="0" i="0" lang="en-US" sz="1400">
                <a:latin typeface="Zoho Puvi"/>
              </a:rPr>
              <a:t>for enterprises </a:t>
            </a:r>
          </a:p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SaaS </a:t>
            </a:r>
            <a:r>
              <a:rPr b="1" dirty="0" i="0" lang="en-US" sz="1400">
                <a:latin typeface="Zoho Puvi"/>
              </a:rPr>
              <a:t>Manager</a:t>
            </a:r>
            <a:r>
              <a:rPr b="1" dirty="0" err="1" i="0" lang="en-US" sz="1400">
                <a:latin typeface="Zoho Puvi"/>
              </a:rPr>
              <a:t> </a:t>
            </a:r>
            <a:r>
              <a:rPr b="1" dirty="0" i="0" lang="en-US" sz="1400">
                <a:latin typeface="Zoho Puvi"/>
              </a:rPr>
              <a:t>Plus</a:t>
            </a:r>
            <a:r>
              <a:rPr b="1" dirty="0" err="1" i="0" lang="en-US" sz="1400">
                <a:latin typeface="Zoho Puvi"/>
              </a:rPr>
              <a:t>: </a:t>
            </a:r>
            <a:r>
              <a:rPr b="0" dirty="0" err="1" i="0" lang="en-US" sz="1400">
                <a:latin typeface="Zoho Puvi"/>
              </a:rPr>
              <a:t>SaaS </a:t>
            </a:r>
            <a:r>
              <a:rPr b="0" dirty="0" i="0" lang="en-US" sz="1400">
                <a:latin typeface="Zoho Puvi"/>
              </a:rPr>
              <a:t>management</a:t>
            </a:r>
            <a:r>
              <a:rPr b="0" dirty="0" err="1" i="0" lang="en-US" sz="1400">
                <a:latin typeface="Zoho Puvi"/>
              </a:rPr>
              <a:t> </a:t>
            </a:r>
            <a:r>
              <a:rPr b="0" dirty="0" i="0" lang="en-US" sz="1400">
                <a:latin typeface="Zoho Puvi"/>
              </a:rPr>
              <a:t>platform</a:t>
            </a:r>
            <a:r>
              <a:rPr b="0" dirty="0" err="1" i="0" lang="en-US" sz="1400">
                <a:latin typeface="Zoho Puvi"/>
              </a:rPr>
              <a:t> </a:t>
            </a:r>
            <a:r>
              <a:rPr b="0" dirty="0" i="0" lang="en-US" sz="1400">
                <a:latin typeface="Zoho Puvi"/>
              </a:rPr>
              <a:t>for</a:t>
            </a:r>
            <a:r>
              <a:rPr b="0" dirty="0" err="1" i="0" lang="en-US" sz="1400">
                <a:latin typeface="Zoho Puvi"/>
              </a:rPr>
              <a:t> SaaS </a:t>
            </a:r>
            <a:r>
              <a:rPr b="0" dirty="0" i="0" lang="en-US" sz="1400">
                <a:latin typeface="Zoho Puvi"/>
              </a:rPr>
              <a:t>subscriptions</a:t>
            </a:r>
            <a:endParaRPr b="0" dirty="0" i="0" lang="en-US" sz="1400">
              <a:latin typeface="Zoho Puvi"/>
            </a:endParaRPr>
          </a:p>
        </p:txBody>
      </p:sp>
    </p:spTree>
    <p:extLst>
      <p:ext uri="{E4B51225-9F47-4623-A513-2C21AE6C4B30}">
        <p14:creationId xmlns:p14="http://schemas.microsoft.com/office/powerpoint/2010/main" val="1734961953687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7876FB79-D803-4160-98F3-96FC57F4373D}">
                <a16:creationId xmlns:a16="http://schemas.microsoft.com/office/drawing/2010/main" id="{27D9ECA8-BB7C-47EB-B62B-0295700028C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3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Analytics Plus</a:t>
            </a:r>
          </a:p>
          <a:p>
            <a:pPr/>
            <a:r>
              <a:rPr b="1" dirty="0" i="0" lang="en-US" sz="1400">
                <a:latin typeface="Zoho Puvi"/>
              </a:rPr>
              <a:t>AI-enabled </a:t>
            </a:r>
            <a:r>
              <a:rPr b="1" dirty="0" i="0" lang="en-US" sz="1400">
                <a:latin typeface="Zoho Puvi"/>
              </a:rPr>
              <a:t>IT analytics </a:t>
            </a:r>
            <a:r>
              <a:rPr b="1" dirty="0" i="0" lang="en-US" sz="1400">
                <a:latin typeface="Zoho Puvi"/>
              </a:rPr>
              <a:t>for enterprises 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3"/>
              </a:rPr>
              <a:t>Cloud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8770CEA6-8896-4394-A294-4B621321898B}">
                <a16:creationId xmlns:a16="http://schemas.microsoft.com/office/drawing/2010/main" id="{E57D2B38-C331-447D-A694-3191003E9C51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61795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Out-of-the-box analytics for popular IT applications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AI-powered analytics assistant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Secure</a:t>
            </a:r>
            <a:r>
              <a:rPr b="0" dirty="0" lang="en-US" sz="1400">
                <a:latin typeface="Zoho Puvi"/>
              </a:rPr>
              <a:t>,</a:t>
            </a:r>
            <a:r>
              <a:rPr b="0" dirty="0" lang="en-US" sz="1400">
                <a:latin typeface="Zoho Puvi"/>
              </a:rPr>
              <a:t> real-time collaboration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Trend forecasting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Data alerts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Embedded analytics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Data i</a:t>
            </a:r>
            <a:r>
              <a:rPr b="0" dirty="0" lang="en-US" sz="1400">
                <a:latin typeface="Zoho Puvi"/>
              </a:rPr>
              <a:t>mport </a:t>
            </a:r>
            <a:r>
              <a:rPr b="0" dirty="0" lang="en-US" sz="1400">
                <a:latin typeface="Zoho Puvi"/>
              </a:rPr>
              <a:t>from cloud and local databases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Powerful formula engine for custom functions</a:t>
            </a:r>
            <a:endParaRPr b="0" dirty="0" lang="en-US" sz="1400">
              <a:latin typeface="Zoho Puvi"/>
            </a:endParaRPr>
          </a:p>
        </p:txBody>
      </p:sp>
    </p:spTree>
    <p:extLst>
      <p:ext uri="{31AA333C-E8EE-4CB8-853E-6A2A4FA6B70D}">
        <p14:creationId xmlns:p14="http://schemas.microsoft.com/office/powerpoint/2010/main" val="1734961953688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79C4694-4EBC-437F-A1BB-6E7F1CBBC1D5}">
                <a16:creationId xmlns:a16="http://schemas.microsoft.com/office/drawing/2010/main" id="{918EE4DC-6351-415E-8EEC-84F454A3FE1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34053" y="738940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SaaS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Manager Plus</a:t>
            </a:r>
          </a:p>
          <a:p>
            <a:pPr/>
            <a:r>
              <a:rPr b="1" dirty="0" err="1" i="0" lang="en-US" sz="1400">
                <a:latin typeface="Zoho Puvi"/>
              </a:rPr>
              <a:t>SaaS</a:t>
            </a:r>
            <a:r>
              <a:rPr b="1" dirty="0" i="0" lang="en-US" sz="1400">
                <a:latin typeface="Zoho Puvi"/>
              </a:rPr>
              <a:t> management platform for </a:t>
            </a:r>
            <a:r>
              <a:rPr b="1" dirty="0" err="1" i="0" lang="en-US" sz="1400">
                <a:latin typeface="Zoho Puvi"/>
              </a:rPr>
              <a:t>SaaS</a:t>
            </a:r>
            <a:r>
              <a:rPr b="1" dirty="0" i="0" lang="en-US" sz="1400">
                <a:latin typeface="Zoho Puvi"/>
              </a:rPr>
              <a:t> subscriptions</a:t>
            </a:r>
          </a:p>
          <a:p>
            <a:pPr/>
            <a:r>
              <a:rPr b="1" dirty="0" lang="en-US" sz="14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rgbClr val="c1408a"/>
                </a:solidFill>
                <a:latin typeface="Zoho Puvi"/>
                <a:hlinkClick r:id="rId2"/>
              </a:rPr>
              <a:t>Cloud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)</a:t>
            </a:r>
            <a:endParaRPr b="1" dirty="0" lang="en-US" sz="14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2FDEFE9C-EC08-496C-B393-861704D80588}">
                <a16:creationId xmlns:a16="http://schemas.microsoft.com/office/drawing/2010/main" id="{9FA10B8A-072D-419A-941B-48D1273B94E4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err="1" lang="en-US">
                <a:solidFill>
                  <a:schemeClr val="tx1"/>
                </a:solidFill>
                <a:latin typeface="Zoho Puvi"/>
              </a:rPr>
              <a:t>SaaS</a:t>
            </a:r>
            <a:r>
              <a:rPr b="0" dirty="0" lang="en-US">
                <a:solidFill>
                  <a:schemeClr val="tx1"/>
                </a:solidFill>
                <a:latin typeface="Zoho Puvi"/>
              </a:rPr>
              <a:t> applications discovery</a:t>
            </a:r>
          </a:p>
          <a:p>
            <a:pPr>
              <a:buClr>
                <a:schemeClr val="tx1"/>
              </a:buClr>
            </a:pPr>
            <a:r>
              <a:rPr b="0" dirty="0" lang="en-US">
                <a:solidFill>
                  <a:schemeClr val="tx1"/>
                </a:solidFill>
                <a:latin typeface="Zoho Puvi"/>
              </a:rPr>
              <a:t>User activity and app utilization tracking</a:t>
            </a:r>
          </a:p>
          <a:p>
            <a:pPr>
              <a:buClr>
                <a:schemeClr val="tx1"/>
              </a:buClr>
            </a:pPr>
            <a:r>
              <a:rPr dirty="0" lang="en-US">
                <a:solidFill>
                  <a:schemeClr val="tx1"/>
                </a:solidFill>
              </a:rPr>
              <a:t>Vendor spending and renewal dates monitoring</a:t>
            </a:r>
          </a:p>
          <a:p>
            <a:pPr>
              <a:buClr>
                <a:schemeClr val="tx1"/>
              </a:buClr>
            </a:pPr>
            <a:r>
              <a:rPr dirty="0" lang="en-US">
                <a:solidFill>
                  <a:schemeClr val="tx1"/>
                </a:solidFill>
              </a:rPr>
              <a:t>Unused or underutilized subscriptions identification</a:t>
            </a:r>
          </a:p>
          <a:p>
            <a:pPr>
              <a:buClr>
                <a:schemeClr val="tx1"/>
              </a:buClr>
            </a:pPr>
            <a:r>
              <a:rPr dirty="0" lang="en-US">
                <a:solidFill>
                  <a:schemeClr val="tx1"/>
                </a:solidFill>
              </a:rPr>
              <a:t>Out-of-the-box integration with a range of third-party applications</a:t>
            </a:r>
          </a:p>
          <a:p>
            <a:pPr>
              <a:buClr>
                <a:schemeClr val="tx1"/>
              </a:buClr>
            </a:pPr>
            <a:r>
              <a:rPr dirty="0" lang="en-US">
                <a:solidFill>
                  <a:schemeClr val="tx1"/>
                </a:solidFill>
              </a:rPr>
              <a:t>Automatic invoice retrieval from mail</a:t>
            </a:r>
            <a:endParaRPr dirty="0" lang="en-US">
              <a:solidFill>
                <a:schemeClr val="tx1"/>
              </a:solidFill>
            </a:endParaRPr>
          </a:p>
        </p:txBody>
      </p:sp>
    </p:spTree>
    <p:extLst>
      <p:ext uri="{6FEDE2A8-56AD-4929-9279-15BC26744BD3}">
        <p14:creationId xmlns:p14="http://schemas.microsoft.com/office/powerpoint/2010/main" val="1734961953689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04ECC058-9134-4969-8A69-E84CD56F318F}">
                <a16:creationId xmlns:a16="http://schemas.microsoft.com/office/drawing/2010/main" id="{4A5202E2-36E9-49E1-ACAE-F736278BB09A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0" l="3598" r="3598" t="0"/>
          <a:stretch>
            <a:fillRect/>
          </a:stretch>
        </p:blipFill>
        <p:spPr>
          <a:xfrm flipH="false" flipV="false" rot="0">
            <a:off x="854954" y="467163"/>
            <a:ext cx="8309276" cy="4673965"/>
          </a:xfrm>
          <a:prstGeom prst="rect">
            <a:avLst/>
          </a:prstGeom>
          <a:noFill/>
        </p:spPr>
      </p:pic>
      <p:pic>
        <p:nvPicPr>
          <p:cNvPr id="3" name="">
            <a:extLst>
              <a:ext uri="{AFE47CF2-BB9C-44A6-A8F4-9A3069642BAF}">
                <a16:creationId xmlns:a16="http://schemas.microsoft.com/office/drawing/2010/main" id="{A7449384-D88B-4A90-9D0E-C215EA58D666}"/>
              </a:ext>
            </a:extLst>
          </p:cNvPr>
          <p:cNvPicPr>
            <a:picLocks noChangeAspect="true"/>
          </p:cNvPicPr>
          <p:nvPr/>
        </p:nvPicPr>
        <p:blipFill>
          <a:blip r:embed="rId3"/>
          <a:srcRect b="-512" l="0" r="0" t="-512"/>
          <a:stretch>
            <a:fillRect/>
          </a:stretch>
        </p:blipFill>
        <p:spPr>
          <a:xfrm flipH="false" flipV="false" rot="0">
            <a:off x="151771" y="1410138"/>
            <a:ext cx="2461117" cy="438340"/>
          </a:xfrm>
          <a:prstGeom prst="rect">
            <a:avLst/>
          </a:prstGeom>
          <a:noFill/>
        </p:spPr>
      </p:pic>
      <p:sp>
        <p:nvSpPr>
          <p:cNvPr id="4" name="">
            <a:extLst>
              <a:ext uri="{E2B17938-AF9A-4664-9FAF-86BDCD3472E2}">
                <a16:creationId xmlns:a16="http://schemas.microsoft.com/office/drawing/2010/main" id="{50E5F409-0E8F-450B-A7C1-87A5A94D3C93}"/>
              </a:ext>
            </a:extLst>
          </p:cNvPr>
          <p:cNvSpPr txBox="1"/>
          <p:nvPr/>
        </p:nvSpPr>
        <p:spPr>
          <a:xfrm flipH="false" flipV="false" rot="0">
            <a:off x="151771" y="1890588"/>
            <a:ext cx="2461117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>
                <a:latin typeface="Open Sans-demi_bold"/>
              </a:rPr>
              <a:t>www</a:t>
            </a:r>
            <a:r>
              <a:rPr dirty="0" lang="en-US">
                <a:latin typeface="Open Sans-demi_bold"/>
              </a:rPr>
              <a:t>.manageengine.com</a:t>
            </a:r>
            <a:endParaRPr dirty="0" lang="en-US">
              <a:latin typeface="Open Sans-demi_bold"/>
            </a:endParaRPr>
          </a:p>
        </p:txBody>
      </p:sp>
    </p:spTree>
    <p:extLst>
      <p:ext uri="{2BF332F9-F0FC-4116-89E6-302A664D117F}">
        <p14:creationId xmlns:p14="http://schemas.microsoft.com/office/powerpoint/2010/main" val="1734961953690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7" val="Open Sans-demi_bold"/>
  <p:tag name="webfont4" val="Zoho Puvi-black"/>
  <p:tag name="webfont3" val="Zoho Puvi-heavy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2024-11-13T02:37:12Z</dcterms:created>
  <dcterms:modified xsi:type="dcterms:W3CDTF">2024-11-13T02:44:43Z</dcterms:modified>
</cp:coreProperties>
</file>